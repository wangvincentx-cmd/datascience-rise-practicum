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56" r:id="rId5"/>
  </p:sldIdLst>
  <p:sldSz cx="32918400" cy="43891200"/>
  <p:notesSz cx="6858000" cy="9144000"/>
  <p:defaultTextStyle>
    <a:defPPr>
      <a:defRPr lang="en-US"/>
    </a:defPPr>
    <a:lvl1pPr marL="0" algn="l" defTabSz="1881047" rtl="0" eaLnBrk="1" latinLnBrk="0" hangingPunct="1">
      <a:defRPr sz="7400" kern="1200">
        <a:solidFill>
          <a:schemeClr val="tx1"/>
        </a:solidFill>
        <a:latin typeface="+mn-lt"/>
        <a:ea typeface="+mn-ea"/>
        <a:cs typeface="+mn-cs"/>
      </a:defRPr>
    </a:lvl1pPr>
    <a:lvl2pPr marL="1881047" algn="l" defTabSz="1881047" rtl="0" eaLnBrk="1" latinLnBrk="0" hangingPunct="1">
      <a:defRPr sz="7400" kern="1200">
        <a:solidFill>
          <a:schemeClr val="tx1"/>
        </a:solidFill>
        <a:latin typeface="+mn-lt"/>
        <a:ea typeface="+mn-ea"/>
        <a:cs typeface="+mn-cs"/>
      </a:defRPr>
    </a:lvl2pPr>
    <a:lvl3pPr marL="3762093" algn="l" defTabSz="1881047" rtl="0" eaLnBrk="1" latinLnBrk="0" hangingPunct="1">
      <a:defRPr sz="7400" kern="1200">
        <a:solidFill>
          <a:schemeClr val="tx1"/>
        </a:solidFill>
        <a:latin typeface="+mn-lt"/>
        <a:ea typeface="+mn-ea"/>
        <a:cs typeface="+mn-cs"/>
      </a:defRPr>
    </a:lvl3pPr>
    <a:lvl4pPr marL="5643140" algn="l" defTabSz="1881047" rtl="0" eaLnBrk="1" latinLnBrk="0" hangingPunct="1">
      <a:defRPr sz="7400" kern="1200">
        <a:solidFill>
          <a:schemeClr val="tx1"/>
        </a:solidFill>
        <a:latin typeface="+mn-lt"/>
        <a:ea typeface="+mn-ea"/>
        <a:cs typeface="+mn-cs"/>
      </a:defRPr>
    </a:lvl4pPr>
    <a:lvl5pPr marL="7524186" algn="l" defTabSz="1881047" rtl="0" eaLnBrk="1" latinLnBrk="0" hangingPunct="1">
      <a:defRPr sz="7400" kern="1200">
        <a:solidFill>
          <a:schemeClr val="tx1"/>
        </a:solidFill>
        <a:latin typeface="+mn-lt"/>
        <a:ea typeface="+mn-ea"/>
        <a:cs typeface="+mn-cs"/>
      </a:defRPr>
    </a:lvl5pPr>
    <a:lvl6pPr marL="9405233" algn="l" defTabSz="1881047" rtl="0" eaLnBrk="1" latinLnBrk="0" hangingPunct="1">
      <a:defRPr sz="7400" kern="1200">
        <a:solidFill>
          <a:schemeClr val="tx1"/>
        </a:solidFill>
        <a:latin typeface="+mn-lt"/>
        <a:ea typeface="+mn-ea"/>
        <a:cs typeface="+mn-cs"/>
      </a:defRPr>
    </a:lvl6pPr>
    <a:lvl7pPr marL="11286279" algn="l" defTabSz="1881047" rtl="0" eaLnBrk="1" latinLnBrk="0" hangingPunct="1">
      <a:defRPr sz="7400" kern="1200">
        <a:solidFill>
          <a:schemeClr val="tx1"/>
        </a:solidFill>
        <a:latin typeface="+mn-lt"/>
        <a:ea typeface="+mn-ea"/>
        <a:cs typeface="+mn-cs"/>
      </a:defRPr>
    </a:lvl7pPr>
    <a:lvl8pPr marL="13167326" algn="l" defTabSz="1881047" rtl="0" eaLnBrk="1" latinLnBrk="0" hangingPunct="1">
      <a:defRPr sz="7400" kern="1200">
        <a:solidFill>
          <a:schemeClr val="tx1"/>
        </a:solidFill>
        <a:latin typeface="+mn-lt"/>
        <a:ea typeface="+mn-ea"/>
        <a:cs typeface="+mn-cs"/>
      </a:defRPr>
    </a:lvl8pPr>
    <a:lvl9pPr marL="15048372" algn="l" defTabSz="1881047" rtl="0" eaLnBrk="1" latinLnBrk="0" hangingPunct="1">
      <a:defRPr sz="7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9756" userDrawn="1">
          <p15:clr>
            <a:srgbClr val="A4A3A4"/>
          </p15:clr>
        </p15:guide>
        <p15:guide id="2" pos="17588" userDrawn="1">
          <p15:clr>
            <a:srgbClr val="A4A3A4"/>
          </p15:clr>
        </p15:guide>
        <p15:guide id="3" pos="2025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13194" autoAdjust="0"/>
    <p:restoredTop sz="50000" autoAdjust="0"/>
  </p:normalViewPr>
  <p:slideViewPr>
    <p:cSldViewPr snapToGrid="0" snapToObjects="1" showGuides="1">
      <p:cViewPr varScale="1">
        <p:scale>
          <a:sx n="25" d="100"/>
          <a:sy n="25" d="100"/>
        </p:scale>
        <p:origin x="4724" y="112"/>
      </p:cViewPr>
      <p:guideLst>
        <p:guide orient="horz" pos="9756"/>
        <p:guide pos="17588"/>
        <p:guide pos="20255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peth, Mary Kathleen" userId="4923e5e0-4398-4d88-a6fa-45b9eebd9654" providerId="ADAL" clId="{F3E12FFB-9DA5-4F94-BDBD-99B81221C333}"/>
    <pc:docChg chg="modSld">
      <pc:chgData name="Speth, Mary Kathleen" userId="4923e5e0-4398-4d88-a6fa-45b9eebd9654" providerId="ADAL" clId="{F3E12FFB-9DA5-4F94-BDBD-99B81221C333}" dt="2026-07-22T17:47:55.408" v="24" actId="207"/>
      <pc:docMkLst>
        <pc:docMk/>
      </pc:docMkLst>
      <pc:sldChg chg="modSp mod">
        <pc:chgData name="Speth, Mary Kathleen" userId="4923e5e0-4398-4d88-a6fa-45b9eebd9654" providerId="ADAL" clId="{F3E12FFB-9DA5-4F94-BDBD-99B81221C333}" dt="2026-07-22T17:47:55.408" v="24" actId="207"/>
        <pc:sldMkLst>
          <pc:docMk/>
          <pc:sldMk cId="1508868815" sldId="256"/>
        </pc:sldMkLst>
        <pc:spChg chg="mod">
          <ac:chgData name="Speth, Mary Kathleen" userId="4923e5e0-4398-4d88-a6fa-45b9eebd9654" providerId="ADAL" clId="{F3E12FFB-9DA5-4F94-BDBD-99B81221C333}" dt="2026-07-22T17:47:55.408" v="24" actId="207"/>
          <ac:spMkLst>
            <pc:docMk/>
            <pc:sldMk cId="1508868815" sldId="256"/>
            <ac:spMk id="5" creationId="{00000000-0000-0000-0000-000000000000}"/>
          </ac:spMkLst>
        </pc:spChg>
        <pc:picChg chg="mod">
          <ac:chgData name="Speth, Mary Kathleen" userId="4923e5e0-4398-4d88-a6fa-45b9eebd9654" providerId="ADAL" clId="{F3E12FFB-9DA5-4F94-BDBD-99B81221C333}" dt="2026-07-22T17:47:38.437" v="21" actId="1076"/>
          <ac:picMkLst>
            <pc:docMk/>
            <pc:sldMk cId="1508868815" sldId="256"/>
            <ac:picMk id="2" creationId="{00000000-0000-0000-0000-000000000000}"/>
          </ac:picMkLst>
        </pc:picChg>
      </pc:sldChg>
      <pc:sldChg chg="modSp mod">
        <pc:chgData name="Speth, Mary Kathleen" userId="4923e5e0-4398-4d88-a6fa-45b9eebd9654" providerId="ADAL" clId="{F3E12FFB-9DA5-4F94-BDBD-99B81221C333}" dt="2026-07-22T17:47:26.693" v="1" actId="13926"/>
        <pc:sldMkLst>
          <pc:docMk/>
          <pc:sldMk cId="2822941840" sldId="257"/>
        </pc:sldMkLst>
        <pc:spChg chg="mod">
          <ac:chgData name="Speth, Mary Kathleen" userId="4923e5e0-4398-4d88-a6fa-45b9eebd9654" providerId="ADAL" clId="{F3E12FFB-9DA5-4F94-BDBD-99B81221C333}" dt="2026-07-22T17:47:26.693" v="1" actId="13926"/>
          <ac:spMkLst>
            <pc:docMk/>
            <pc:sldMk cId="2822941840" sldId="257"/>
            <ac:spMk id="5" creationId="{00000000-0000-0000-0000-000000000000}"/>
          </ac:spMkLst>
        </pc:spChg>
      </pc:sldChg>
    </pc:docChg>
  </pc:docChgLst>
</pc:chgInfo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68880" y="13634724"/>
            <a:ext cx="27980640" cy="940816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37760" y="24871680"/>
            <a:ext cx="23042880" cy="1121664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1881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376199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564299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75239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94049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12859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31669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504799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C9A68-3435-DD44-89FC-3BBEC56B694F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CEE19-EA7F-294B-8444-B8587F7CBB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14478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C9A68-3435-DD44-89FC-3BBEC56B694F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CEE19-EA7F-294B-8444-B8587F7CBB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85459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0327" y="28204163"/>
            <a:ext cx="27980640" cy="8717280"/>
          </a:xfrm>
        </p:spPr>
        <p:txBody>
          <a:bodyPr anchor="t"/>
          <a:lstStyle>
            <a:lvl1pPr algn="l">
              <a:defRPr sz="164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00327" y="18602967"/>
            <a:ext cx="27980640" cy="9601196"/>
          </a:xfrm>
        </p:spPr>
        <p:txBody>
          <a:bodyPr anchor="b"/>
          <a:lstStyle>
            <a:lvl1pPr marL="0" indent="0">
              <a:buNone/>
              <a:defRPr sz="8300">
                <a:solidFill>
                  <a:schemeClr val="tx1">
                    <a:tint val="75000"/>
                  </a:schemeClr>
                </a:solidFill>
              </a:defRPr>
            </a:lvl1pPr>
            <a:lvl2pPr marL="1881000" indent="0">
              <a:buNone/>
              <a:defRPr sz="7400">
                <a:solidFill>
                  <a:schemeClr val="tx1">
                    <a:tint val="75000"/>
                  </a:schemeClr>
                </a:solidFill>
              </a:defRPr>
            </a:lvl2pPr>
            <a:lvl3pPr marL="3761999" indent="0">
              <a:buNone/>
              <a:defRPr sz="6600">
                <a:solidFill>
                  <a:schemeClr val="tx1">
                    <a:tint val="75000"/>
                  </a:schemeClr>
                </a:solidFill>
              </a:defRPr>
            </a:lvl3pPr>
            <a:lvl4pPr marL="5642999" indent="0">
              <a:buNone/>
              <a:defRPr sz="5800">
                <a:solidFill>
                  <a:schemeClr val="tx1">
                    <a:tint val="75000"/>
                  </a:schemeClr>
                </a:solidFill>
              </a:defRPr>
            </a:lvl4pPr>
            <a:lvl5pPr marL="7523998" indent="0">
              <a:buNone/>
              <a:defRPr sz="5800">
                <a:solidFill>
                  <a:schemeClr val="tx1">
                    <a:tint val="75000"/>
                  </a:schemeClr>
                </a:solidFill>
              </a:defRPr>
            </a:lvl5pPr>
            <a:lvl6pPr marL="9404998" indent="0">
              <a:buNone/>
              <a:defRPr sz="5800">
                <a:solidFill>
                  <a:schemeClr val="tx1">
                    <a:tint val="75000"/>
                  </a:schemeClr>
                </a:solidFill>
              </a:defRPr>
            </a:lvl6pPr>
            <a:lvl7pPr marL="11285997" indent="0">
              <a:buNone/>
              <a:defRPr sz="5800">
                <a:solidFill>
                  <a:schemeClr val="tx1">
                    <a:tint val="75000"/>
                  </a:schemeClr>
                </a:solidFill>
              </a:defRPr>
            </a:lvl7pPr>
            <a:lvl8pPr marL="13166997" indent="0">
              <a:buNone/>
              <a:defRPr sz="5800">
                <a:solidFill>
                  <a:schemeClr val="tx1">
                    <a:tint val="75000"/>
                  </a:schemeClr>
                </a:solidFill>
              </a:defRPr>
            </a:lvl8pPr>
            <a:lvl9pPr marL="15047996" indent="0">
              <a:buNone/>
              <a:defRPr sz="5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C9A68-3435-DD44-89FC-3BBEC56B694F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CEE19-EA7F-294B-8444-B8587F7CBB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23110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218303" y="54620161"/>
            <a:ext cx="82678903" cy="154482803"/>
          </a:xfrm>
        </p:spPr>
        <p:txBody>
          <a:bodyPr/>
          <a:lstStyle>
            <a:lvl1pPr>
              <a:defRPr sz="11600"/>
            </a:lvl1pPr>
            <a:lvl2pPr>
              <a:defRPr sz="9900"/>
            </a:lvl2pPr>
            <a:lvl3pPr>
              <a:defRPr sz="8300"/>
            </a:lvl3pPr>
            <a:lvl4pPr>
              <a:defRPr sz="7400"/>
            </a:lvl4pPr>
            <a:lvl5pPr>
              <a:defRPr sz="7400"/>
            </a:lvl5pPr>
            <a:lvl6pPr>
              <a:defRPr sz="7400"/>
            </a:lvl6pPr>
            <a:lvl7pPr>
              <a:defRPr sz="7400"/>
            </a:lvl7pPr>
            <a:lvl8pPr>
              <a:defRPr sz="7400"/>
            </a:lvl8pPr>
            <a:lvl9pPr>
              <a:defRPr sz="7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2445848" y="54620161"/>
            <a:ext cx="82678907" cy="154482803"/>
          </a:xfrm>
        </p:spPr>
        <p:txBody>
          <a:bodyPr/>
          <a:lstStyle>
            <a:lvl1pPr>
              <a:defRPr sz="11600"/>
            </a:lvl1pPr>
            <a:lvl2pPr>
              <a:defRPr sz="9900"/>
            </a:lvl2pPr>
            <a:lvl3pPr>
              <a:defRPr sz="8300"/>
            </a:lvl3pPr>
            <a:lvl4pPr>
              <a:defRPr sz="7400"/>
            </a:lvl4pPr>
            <a:lvl5pPr>
              <a:defRPr sz="7400"/>
            </a:lvl5pPr>
            <a:lvl6pPr>
              <a:defRPr sz="7400"/>
            </a:lvl6pPr>
            <a:lvl7pPr>
              <a:defRPr sz="7400"/>
            </a:lvl7pPr>
            <a:lvl8pPr>
              <a:defRPr sz="7400"/>
            </a:lvl8pPr>
            <a:lvl9pPr>
              <a:defRPr sz="7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C9A68-3435-DD44-89FC-3BBEC56B694F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CEE19-EA7F-294B-8444-B8587F7CBB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32277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5920" y="1757683"/>
            <a:ext cx="29626560" cy="73152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45926" y="9824727"/>
            <a:ext cx="14544677" cy="4094477"/>
          </a:xfrm>
        </p:spPr>
        <p:txBody>
          <a:bodyPr anchor="b"/>
          <a:lstStyle>
            <a:lvl1pPr marL="0" indent="0">
              <a:buNone/>
              <a:defRPr sz="9900" b="1"/>
            </a:lvl1pPr>
            <a:lvl2pPr marL="1881000" indent="0">
              <a:buNone/>
              <a:defRPr sz="8300" b="1"/>
            </a:lvl2pPr>
            <a:lvl3pPr marL="3761999" indent="0">
              <a:buNone/>
              <a:defRPr sz="7400" b="1"/>
            </a:lvl3pPr>
            <a:lvl4pPr marL="5642999" indent="0">
              <a:buNone/>
              <a:defRPr sz="6600" b="1"/>
            </a:lvl4pPr>
            <a:lvl5pPr marL="7523998" indent="0">
              <a:buNone/>
              <a:defRPr sz="6600" b="1"/>
            </a:lvl5pPr>
            <a:lvl6pPr marL="9404998" indent="0">
              <a:buNone/>
              <a:defRPr sz="6600" b="1"/>
            </a:lvl6pPr>
            <a:lvl7pPr marL="11285997" indent="0">
              <a:buNone/>
              <a:defRPr sz="6600" b="1"/>
            </a:lvl7pPr>
            <a:lvl8pPr marL="13166997" indent="0">
              <a:buNone/>
              <a:defRPr sz="6600" b="1"/>
            </a:lvl8pPr>
            <a:lvl9pPr marL="15047996" indent="0">
              <a:buNone/>
              <a:defRPr sz="6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45926" y="13919204"/>
            <a:ext cx="14544677" cy="25288243"/>
          </a:xfrm>
        </p:spPr>
        <p:txBody>
          <a:bodyPr/>
          <a:lstStyle>
            <a:lvl1pPr>
              <a:defRPr sz="9900"/>
            </a:lvl1pPr>
            <a:lvl2pPr>
              <a:defRPr sz="8300"/>
            </a:lvl2pPr>
            <a:lvl3pPr>
              <a:defRPr sz="7400"/>
            </a:lvl3pPr>
            <a:lvl4pPr>
              <a:defRPr sz="6600"/>
            </a:lvl4pPr>
            <a:lvl5pPr>
              <a:defRPr sz="6600"/>
            </a:lvl5pPr>
            <a:lvl6pPr>
              <a:defRPr sz="6600"/>
            </a:lvl6pPr>
            <a:lvl7pPr>
              <a:defRPr sz="6600"/>
            </a:lvl7pPr>
            <a:lvl8pPr>
              <a:defRPr sz="6600"/>
            </a:lvl8pPr>
            <a:lvl9pPr>
              <a:defRPr sz="6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6722092" y="9824727"/>
            <a:ext cx="14550390" cy="4094477"/>
          </a:xfrm>
        </p:spPr>
        <p:txBody>
          <a:bodyPr anchor="b"/>
          <a:lstStyle>
            <a:lvl1pPr marL="0" indent="0">
              <a:buNone/>
              <a:defRPr sz="9900" b="1"/>
            </a:lvl1pPr>
            <a:lvl2pPr marL="1881000" indent="0">
              <a:buNone/>
              <a:defRPr sz="8300" b="1"/>
            </a:lvl2pPr>
            <a:lvl3pPr marL="3761999" indent="0">
              <a:buNone/>
              <a:defRPr sz="7400" b="1"/>
            </a:lvl3pPr>
            <a:lvl4pPr marL="5642999" indent="0">
              <a:buNone/>
              <a:defRPr sz="6600" b="1"/>
            </a:lvl4pPr>
            <a:lvl5pPr marL="7523998" indent="0">
              <a:buNone/>
              <a:defRPr sz="6600" b="1"/>
            </a:lvl5pPr>
            <a:lvl6pPr marL="9404998" indent="0">
              <a:buNone/>
              <a:defRPr sz="6600" b="1"/>
            </a:lvl6pPr>
            <a:lvl7pPr marL="11285997" indent="0">
              <a:buNone/>
              <a:defRPr sz="6600" b="1"/>
            </a:lvl7pPr>
            <a:lvl8pPr marL="13166997" indent="0">
              <a:buNone/>
              <a:defRPr sz="6600" b="1"/>
            </a:lvl8pPr>
            <a:lvl9pPr marL="15047996" indent="0">
              <a:buNone/>
              <a:defRPr sz="6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6722092" y="13919204"/>
            <a:ext cx="14550390" cy="25288243"/>
          </a:xfrm>
        </p:spPr>
        <p:txBody>
          <a:bodyPr/>
          <a:lstStyle>
            <a:lvl1pPr>
              <a:defRPr sz="9900"/>
            </a:lvl1pPr>
            <a:lvl2pPr>
              <a:defRPr sz="8300"/>
            </a:lvl2pPr>
            <a:lvl3pPr>
              <a:defRPr sz="7400"/>
            </a:lvl3pPr>
            <a:lvl4pPr>
              <a:defRPr sz="6600"/>
            </a:lvl4pPr>
            <a:lvl5pPr>
              <a:defRPr sz="6600"/>
            </a:lvl5pPr>
            <a:lvl6pPr>
              <a:defRPr sz="6600"/>
            </a:lvl6pPr>
            <a:lvl7pPr>
              <a:defRPr sz="6600"/>
            </a:lvl7pPr>
            <a:lvl8pPr>
              <a:defRPr sz="6600"/>
            </a:lvl8pPr>
            <a:lvl9pPr>
              <a:defRPr sz="6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C9A68-3435-DD44-89FC-3BBEC56B694F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CEE19-EA7F-294B-8444-B8587F7CBB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4706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C9A68-3435-DD44-89FC-3BBEC56B694F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CEE19-EA7F-294B-8444-B8587F7CBB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95851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C9A68-3435-DD44-89FC-3BBEC56B694F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CEE19-EA7F-294B-8444-B8587F7CBB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3042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5928" y="1747520"/>
            <a:ext cx="10829927" cy="7437120"/>
          </a:xfrm>
        </p:spPr>
        <p:txBody>
          <a:bodyPr anchor="b"/>
          <a:lstStyle>
            <a:lvl1pPr algn="l">
              <a:defRPr sz="83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70180" y="1747523"/>
            <a:ext cx="18402300" cy="37459924"/>
          </a:xfrm>
        </p:spPr>
        <p:txBody>
          <a:bodyPr/>
          <a:lstStyle>
            <a:lvl1pPr>
              <a:defRPr sz="13200"/>
            </a:lvl1pPr>
            <a:lvl2pPr>
              <a:defRPr sz="11600"/>
            </a:lvl2pPr>
            <a:lvl3pPr>
              <a:defRPr sz="9900"/>
            </a:lvl3pPr>
            <a:lvl4pPr>
              <a:defRPr sz="8300"/>
            </a:lvl4pPr>
            <a:lvl5pPr>
              <a:defRPr sz="8300"/>
            </a:lvl5pPr>
            <a:lvl6pPr>
              <a:defRPr sz="8300"/>
            </a:lvl6pPr>
            <a:lvl7pPr>
              <a:defRPr sz="8300"/>
            </a:lvl7pPr>
            <a:lvl8pPr>
              <a:defRPr sz="8300"/>
            </a:lvl8pPr>
            <a:lvl9pPr>
              <a:defRPr sz="8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45928" y="9184643"/>
            <a:ext cx="10829927" cy="30022804"/>
          </a:xfrm>
        </p:spPr>
        <p:txBody>
          <a:bodyPr/>
          <a:lstStyle>
            <a:lvl1pPr marL="0" indent="0">
              <a:buNone/>
              <a:defRPr sz="5800"/>
            </a:lvl1pPr>
            <a:lvl2pPr marL="1881000" indent="0">
              <a:buNone/>
              <a:defRPr sz="5000"/>
            </a:lvl2pPr>
            <a:lvl3pPr marL="3761999" indent="0">
              <a:buNone/>
              <a:defRPr sz="4100"/>
            </a:lvl3pPr>
            <a:lvl4pPr marL="5642999" indent="0">
              <a:buNone/>
              <a:defRPr sz="3700"/>
            </a:lvl4pPr>
            <a:lvl5pPr marL="7523998" indent="0">
              <a:buNone/>
              <a:defRPr sz="3700"/>
            </a:lvl5pPr>
            <a:lvl6pPr marL="9404998" indent="0">
              <a:buNone/>
              <a:defRPr sz="3700"/>
            </a:lvl6pPr>
            <a:lvl7pPr marL="11285997" indent="0">
              <a:buNone/>
              <a:defRPr sz="3700"/>
            </a:lvl7pPr>
            <a:lvl8pPr marL="13166997" indent="0">
              <a:buNone/>
              <a:defRPr sz="3700"/>
            </a:lvl8pPr>
            <a:lvl9pPr marL="15047996" indent="0">
              <a:buNone/>
              <a:defRPr sz="37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C9A68-3435-DD44-89FC-3BBEC56B694F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CEE19-EA7F-294B-8444-B8587F7CBB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1456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52237" y="30723843"/>
            <a:ext cx="19751040" cy="3627124"/>
          </a:xfrm>
        </p:spPr>
        <p:txBody>
          <a:bodyPr anchor="b"/>
          <a:lstStyle>
            <a:lvl1pPr algn="l">
              <a:defRPr sz="83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452237" y="3921760"/>
            <a:ext cx="19751040" cy="26334720"/>
          </a:xfrm>
        </p:spPr>
        <p:txBody>
          <a:bodyPr/>
          <a:lstStyle>
            <a:lvl1pPr marL="0" indent="0">
              <a:buNone/>
              <a:defRPr sz="13200"/>
            </a:lvl1pPr>
            <a:lvl2pPr marL="1881000" indent="0">
              <a:buNone/>
              <a:defRPr sz="11600"/>
            </a:lvl2pPr>
            <a:lvl3pPr marL="3761999" indent="0">
              <a:buNone/>
              <a:defRPr sz="9900"/>
            </a:lvl3pPr>
            <a:lvl4pPr marL="5642999" indent="0">
              <a:buNone/>
              <a:defRPr sz="8300"/>
            </a:lvl4pPr>
            <a:lvl5pPr marL="7523998" indent="0">
              <a:buNone/>
              <a:defRPr sz="8300"/>
            </a:lvl5pPr>
            <a:lvl6pPr marL="9404998" indent="0">
              <a:buNone/>
              <a:defRPr sz="8300"/>
            </a:lvl6pPr>
            <a:lvl7pPr marL="11285997" indent="0">
              <a:buNone/>
              <a:defRPr sz="8300"/>
            </a:lvl7pPr>
            <a:lvl8pPr marL="13166997" indent="0">
              <a:buNone/>
              <a:defRPr sz="8300"/>
            </a:lvl8pPr>
            <a:lvl9pPr marL="15047996" indent="0">
              <a:buNone/>
              <a:defRPr sz="83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2237" y="34350967"/>
            <a:ext cx="19751040" cy="5151116"/>
          </a:xfrm>
        </p:spPr>
        <p:txBody>
          <a:bodyPr/>
          <a:lstStyle>
            <a:lvl1pPr marL="0" indent="0">
              <a:buNone/>
              <a:defRPr sz="5800"/>
            </a:lvl1pPr>
            <a:lvl2pPr marL="1881000" indent="0">
              <a:buNone/>
              <a:defRPr sz="5000"/>
            </a:lvl2pPr>
            <a:lvl3pPr marL="3761999" indent="0">
              <a:buNone/>
              <a:defRPr sz="4100"/>
            </a:lvl3pPr>
            <a:lvl4pPr marL="5642999" indent="0">
              <a:buNone/>
              <a:defRPr sz="3700"/>
            </a:lvl4pPr>
            <a:lvl5pPr marL="7523998" indent="0">
              <a:buNone/>
              <a:defRPr sz="3700"/>
            </a:lvl5pPr>
            <a:lvl6pPr marL="9404998" indent="0">
              <a:buNone/>
              <a:defRPr sz="3700"/>
            </a:lvl6pPr>
            <a:lvl7pPr marL="11285997" indent="0">
              <a:buNone/>
              <a:defRPr sz="3700"/>
            </a:lvl7pPr>
            <a:lvl8pPr marL="13166997" indent="0">
              <a:buNone/>
              <a:defRPr sz="3700"/>
            </a:lvl8pPr>
            <a:lvl9pPr marL="15047996" indent="0">
              <a:buNone/>
              <a:defRPr sz="37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C9A68-3435-DD44-89FC-3BBEC56B694F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CEE19-EA7F-294B-8444-B8587F7CBB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75665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C9A68-3435-DD44-89FC-3BBEC56B694F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CEE19-EA7F-294B-8444-B8587F7CBB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91765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3650996" y="9377687"/>
            <a:ext cx="41473757" cy="1997252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218305" y="9377687"/>
            <a:ext cx="123884053" cy="1997252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C9A68-3435-DD44-89FC-3BBEC56B694F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CEE19-EA7F-294B-8444-B8587F7CBB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647075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45920" y="1757683"/>
            <a:ext cx="29626560" cy="7315200"/>
          </a:xfrm>
          <a:prstGeom prst="rect">
            <a:avLst/>
          </a:prstGeom>
        </p:spPr>
        <p:txBody>
          <a:bodyPr vert="horz" lIns="376209" tIns="188105" rIns="376209" bIns="188105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45920" y="10241288"/>
            <a:ext cx="29626560" cy="28966163"/>
          </a:xfrm>
          <a:prstGeom prst="rect">
            <a:avLst/>
          </a:prstGeom>
        </p:spPr>
        <p:txBody>
          <a:bodyPr vert="horz" lIns="376209" tIns="188105" rIns="376209" bIns="188105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645920" y="40680645"/>
            <a:ext cx="7680960" cy="2336800"/>
          </a:xfrm>
          <a:prstGeom prst="rect">
            <a:avLst/>
          </a:prstGeom>
        </p:spPr>
        <p:txBody>
          <a:bodyPr vert="horz" lIns="376209" tIns="188105" rIns="376209" bIns="188105" rtlCol="0" anchor="ctr"/>
          <a:lstStyle>
            <a:lvl1pPr algn="l">
              <a:defRPr sz="5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6C9A68-3435-DD44-89FC-3BBEC56B694F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247120" y="40680645"/>
            <a:ext cx="10424160" cy="2336800"/>
          </a:xfrm>
          <a:prstGeom prst="rect">
            <a:avLst/>
          </a:prstGeom>
        </p:spPr>
        <p:txBody>
          <a:bodyPr vert="horz" lIns="376209" tIns="188105" rIns="376209" bIns="188105" rtlCol="0" anchor="ctr"/>
          <a:lstStyle>
            <a:lvl1pPr algn="ctr">
              <a:defRPr sz="5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3591520" y="40680645"/>
            <a:ext cx="7680960" cy="2336800"/>
          </a:xfrm>
          <a:prstGeom prst="rect">
            <a:avLst/>
          </a:prstGeom>
        </p:spPr>
        <p:txBody>
          <a:bodyPr vert="horz" lIns="376209" tIns="188105" rIns="376209" bIns="188105" rtlCol="0" anchor="ctr"/>
          <a:lstStyle>
            <a:lvl1pPr algn="r">
              <a:defRPr sz="5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0CEE19-EA7F-294B-8444-B8587F7CBB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05507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1881000" rtl="0" eaLnBrk="1" latinLnBrk="0" hangingPunct="1">
        <a:spcBef>
          <a:spcPct val="0"/>
        </a:spcBef>
        <a:buNone/>
        <a:defRPr sz="181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410750" indent="-1410750" algn="l" defTabSz="1881000" rtl="0" eaLnBrk="1" latinLnBrk="0" hangingPunct="1">
        <a:spcBef>
          <a:spcPct val="20000"/>
        </a:spcBef>
        <a:buFont typeface="Arial"/>
        <a:buChar char="•"/>
        <a:defRPr sz="13200" kern="1200">
          <a:solidFill>
            <a:schemeClr val="tx1"/>
          </a:solidFill>
          <a:latin typeface="+mn-lt"/>
          <a:ea typeface="+mn-ea"/>
          <a:cs typeface="+mn-cs"/>
        </a:defRPr>
      </a:lvl1pPr>
      <a:lvl2pPr marL="3056624" indent="-1175624" algn="l" defTabSz="1881000" rtl="0" eaLnBrk="1" latinLnBrk="0" hangingPunct="1">
        <a:spcBef>
          <a:spcPct val="20000"/>
        </a:spcBef>
        <a:buFont typeface="Arial"/>
        <a:buChar char="–"/>
        <a:defRPr sz="11600" kern="1200">
          <a:solidFill>
            <a:schemeClr val="tx1"/>
          </a:solidFill>
          <a:latin typeface="+mn-lt"/>
          <a:ea typeface="+mn-ea"/>
          <a:cs typeface="+mn-cs"/>
        </a:defRPr>
      </a:lvl2pPr>
      <a:lvl3pPr marL="4702499" indent="-940499" algn="l" defTabSz="1881000" rtl="0" eaLnBrk="1" latinLnBrk="0" hangingPunct="1">
        <a:spcBef>
          <a:spcPct val="20000"/>
        </a:spcBef>
        <a:buFont typeface="Arial"/>
        <a:buChar char="•"/>
        <a:defRPr sz="9900" kern="1200">
          <a:solidFill>
            <a:schemeClr val="tx1"/>
          </a:solidFill>
          <a:latin typeface="+mn-lt"/>
          <a:ea typeface="+mn-ea"/>
          <a:cs typeface="+mn-cs"/>
        </a:defRPr>
      </a:lvl3pPr>
      <a:lvl4pPr marL="6583499" indent="-940499" algn="l" defTabSz="1881000" rtl="0" eaLnBrk="1" latinLnBrk="0" hangingPunct="1">
        <a:spcBef>
          <a:spcPct val="20000"/>
        </a:spcBef>
        <a:buFont typeface="Arial"/>
        <a:buChar char="–"/>
        <a:defRPr sz="8300" kern="1200">
          <a:solidFill>
            <a:schemeClr val="tx1"/>
          </a:solidFill>
          <a:latin typeface="+mn-lt"/>
          <a:ea typeface="+mn-ea"/>
          <a:cs typeface="+mn-cs"/>
        </a:defRPr>
      </a:lvl4pPr>
      <a:lvl5pPr marL="8464498" indent="-940499" algn="l" defTabSz="1881000" rtl="0" eaLnBrk="1" latinLnBrk="0" hangingPunct="1">
        <a:spcBef>
          <a:spcPct val="20000"/>
        </a:spcBef>
        <a:buFont typeface="Arial"/>
        <a:buChar char="»"/>
        <a:defRPr sz="8300" kern="1200">
          <a:solidFill>
            <a:schemeClr val="tx1"/>
          </a:solidFill>
          <a:latin typeface="+mn-lt"/>
          <a:ea typeface="+mn-ea"/>
          <a:cs typeface="+mn-cs"/>
        </a:defRPr>
      </a:lvl5pPr>
      <a:lvl6pPr marL="10345497" indent="-940499" algn="l" defTabSz="1881000" rtl="0" eaLnBrk="1" latinLnBrk="0" hangingPunct="1">
        <a:spcBef>
          <a:spcPct val="20000"/>
        </a:spcBef>
        <a:buFont typeface="Arial"/>
        <a:buChar char="•"/>
        <a:defRPr sz="8300" kern="1200">
          <a:solidFill>
            <a:schemeClr val="tx1"/>
          </a:solidFill>
          <a:latin typeface="+mn-lt"/>
          <a:ea typeface="+mn-ea"/>
          <a:cs typeface="+mn-cs"/>
        </a:defRPr>
      </a:lvl6pPr>
      <a:lvl7pPr marL="12226496" indent="-940499" algn="l" defTabSz="1881000" rtl="0" eaLnBrk="1" latinLnBrk="0" hangingPunct="1">
        <a:spcBef>
          <a:spcPct val="20000"/>
        </a:spcBef>
        <a:buFont typeface="Arial"/>
        <a:buChar char="•"/>
        <a:defRPr sz="8300" kern="1200">
          <a:solidFill>
            <a:schemeClr val="tx1"/>
          </a:solidFill>
          <a:latin typeface="+mn-lt"/>
          <a:ea typeface="+mn-ea"/>
          <a:cs typeface="+mn-cs"/>
        </a:defRPr>
      </a:lvl7pPr>
      <a:lvl8pPr marL="14107496" indent="-940499" algn="l" defTabSz="1881000" rtl="0" eaLnBrk="1" latinLnBrk="0" hangingPunct="1">
        <a:spcBef>
          <a:spcPct val="20000"/>
        </a:spcBef>
        <a:buFont typeface="Arial"/>
        <a:buChar char="•"/>
        <a:defRPr sz="8300" kern="1200">
          <a:solidFill>
            <a:schemeClr val="tx1"/>
          </a:solidFill>
          <a:latin typeface="+mn-lt"/>
          <a:ea typeface="+mn-ea"/>
          <a:cs typeface="+mn-cs"/>
        </a:defRPr>
      </a:lvl8pPr>
      <a:lvl9pPr marL="15988496" indent="-940499" algn="l" defTabSz="1881000" rtl="0" eaLnBrk="1" latinLnBrk="0" hangingPunct="1">
        <a:spcBef>
          <a:spcPct val="20000"/>
        </a:spcBef>
        <a:buFont typeface="Arial"/>
        <a:buChar char="•"/>
        <a:defRPr sz="8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81000" rtl="0" eaLnBrk="1" latinLnBrk="0" hangingPunct="1">
        <a:defRPr sz="7400" kern="1200">
          <a:solidFill>
            <a:schemeClr val="tx1"/>
          </a:solidFill>
          <a:latin typeface="+mn-lt"/>
          <a:ea typeface="+mn-ea"/>
          <a:cs typeface="+mn-cs"/>
        </a:defRPr>
      </a:lvl1pPr>
      <a:lvl2pPr marL="1881000" algn="l" defTabSz="1881000" rtl="0" eaLnBrk="1" latinLnBrk="0" hangingPunct="1">
        <a:defRPr sz="7400" kern="1200">
          <a:solidFill>
            <a:schemeClr val="tx1"/>
          </a:solidFill>
          <a:latin typeface="+mn-lt"/>
          <a:ea typeface="+mn-ea"/>
          <a:cs typeface="+mn-cs"/>
        </a:defRPr>
      </a:lvl2pPr>
      <a:lvl3pPr marL="3761999" algn="l" defTabSz="1881000" rtl="0" eaLnBrk="1" latinLnBrk="0" hangingPunct="1">
        <a:defRPr sz="7400" kern="1200">
          <a:solidFill>
            <a:schemeClr val="tx1"/>
          </a:solidFill>
          <a:latin typeface="+mn-lt"/>
          <a:ea typeface="+mn-ea"/>
          <a:cs typeface="+mn-cs"/>
        </a:defRPr>
      </a:lvl3pPr>
      <a:lvl4pPr marL="5642999" algn="l" defTabSz="1881000" rtl="0" eaLnBrk="1" latinLnBrk="0" hangingPunct="1">
        <a:defRPr sz="7400" kern="1200">
          <a:solidFill>
            <a:schemeClr val="tx1"/>
          </a:solidFill>
          <a:latin typeface="+mn-lt"/>
          <a:ea typeface="+mn-ea"/>
          <a:cs typeface="+mn-cs"/>
        </a:defRPr>
      </a:lvl4pPr>
      <a:lvl5pPr marL="7523998" algn="l" defTabSz="1881000" rtl="0" eaLnBrk="1" latinLnBrk="0" hangingPunct="1">
        <a:defRPr sz="7400" kern="1200">
          <a:solidFill>
            <a:schemeClr val="tx1"/>
          </a:solidFill>
          <a:latin typeface="+mn-lt"/>
          <a:ea typeface="+mn-ea"/>
          <a:cs typeface="+mn-cs"/>
        </a:defRPr>
      </a:lvl5pPr>
      <a:lvl6pPr marL="9404998" algn="l" defTabSz="1881000" rtl="0" eaLnBrk="1" latinLnBrk="0" hangingPunct="1">
        <a:defRPr sz="7400" kern="1200">
          <a:solidFill>
            <a:schemeClr val="tx1"/>
          </a:solidFill>
          <a:latin typeface="+mn-lt"/>
          <a:ea typeface="+mn-ea"/>
          <a:cs typeface="+mn-cs"/>
        </a:defRPr>
      </a:lvl6pPr>
      <a:lvl7pPr marL="11285997" algn="l" defTabSz="1881000" rtl="0" eaLnBrk="1" latinLnBrk="0" hangingPunct="1">
        <a:defRPr sz="7400" kern="1200">
          <a:solidFill>
            <a:schemeClr val="tx1"/>
          </a:solidFill>
          <a:latin typeface="+mn-lt"/>
          <a:ea typeface="+mn-ea"/>
          <a:cs typeface="+mn-cs"/>
        </a:defRPr>
      </a:lvl7pPr>
      <a:lvl8pPr marL="13166997" algn="l" defTabSz="1881000" rtl="0" eaLnBrk="1" latinLnBrk="0" hangingPunct="1">
        <a:defRPr sz="7400" kern="1200">
          <a:solidFill>
            <a:schemeClr val="tx1"/>
          </a:solidFill>
          <a:latin typeface="+mn-lt"/>
          <a:ea typeface="+mn-ea"/>
          <a:cs typeface="+mn-cs"/>
        </a:defRPr>
      </a:lvl8pPr>
      <a:lvl9pPr marL="15047996" algn="l" defTabSz="1881000" rtl="0" eaLnBrk="1" latinLnBrk="0" hangingPunct="1">
        <a:defRPr sz="7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gif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324380" y="823388"/>
            <a:ext cx="30278004" cy="3631761"/>
          </a:xfrm>
          <a:prstGeom prst="rect">
            <a:avLst/>
          </a:prstGeom>
          <a:noFill/>
        </p:spPr>
        <p:txBody>
          <a:bodyPr wrap="square" lIns="91438" tIns="45719" rIns="91438" bIns="45719" rtlCol="0">
            <a:spAutoFit/>
          </a:bodyPr>
          <a:lstStyle/>
          <a:p>
            <a:pPr algn="ctr"/>
            <a:r>
              <a:rPr sz="9800" b="1">
                <a:solidFill>
                  <a:srgbClr val="1A1A1A"/>
                </a:solidFill>
              </a:rPr>
              <a:t>Did Anyone See It Coming?</a:t>
            </a:r>
          </a:p>
          <a:p>
            <a:pPr algn="ctr"/>
            <a:r>
              <a:rPr sz="5800" b="0">
                <a:solidFill>
                  <a:srgbClr val="5A5A5A"/>
                </a:solidFill>
              </a:rPr>
              <a:t>Machine-reading a century of American newspaper economic forecasts, 1900–1963</a:t>
            </a:r>
          </a:p>
          <a:p>
            <a:pPr algn="ctr"/>
            <a:r>
              <a:rPr sz="4400" b="1">
                <a:solidFill>
                  <a:srgbClr val="1A1A1A"/>
                </a:solidFill>
              </a:rPr>
              <a:t>BU RISE Practicum — Data Science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7225" y="22335543"/>
            <a:ext cx="8073814" cy="20550337"/>
          </a:xfrm>
          <a:prstGeom prst="roundRect">
            <a:avLst>
              <a:gd name="adj" fmla="val 7569"/>
            </a:avLst>
          </a:prstGeom>
          <a:noFill/>
          <a:ln w="76200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15182991" y="5378649"/>
            <a:ext cx="2707147" cy="1107994"/>
          </a:xfrm>
          <a:prstGeom prst="rect">
            <a:avLst/>
          </a:prstGeom>
          <a:noFill/>
        </p:spPr>
        <p:txBody>
          <a:bodyPr wrap="none" lIns="91438" tIns="45719" rIns="91438" bIns="45719" rtlCol="0">
            <a:spAutoFit/>
          </a:bodyPr>
          <a:lstStyle/>
          <a:p>
            <a:pPr algn="ctr"/>
            <a:r>
              <a:rPr lang="en-US" sz="6600" b="1" dirty="0"/>
              <a:t>Results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151854" y="34308273"/>
            <a:ext cx="4040141" cy="1107994"/>
          </a:xfrm>
          <a:prstGeom prst="rect">
            <a:avLst/>
          </a:prstGeom>
          <a:noFill/>
        </p:spPr>
        <p:txBody>
          <a:bodyPr wrap="none" lIns="91438" tIns="45719" rIns="91438" bIns="45719" rtlCol="0">
            <a:spAutoFit/>
          </a:bodyPr>
          <a:lstStyle/>
          <a:p>
            <a:pPr algn="ctr"/>
            <a:r>
              <a:rPr lang="en-US" sz="6600" b="1" dirty="0"/>
              <a:t>References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729272" y="39199581"/>
            <a:ext cx="7095913" cy="1107994"/>
          </a:xfrm>
          <a:prstGeom prst="rect">
            <a:avLst/>
          </a:prstGeom>
          <a:noFill/>
        </p:spPr>
        <p:txBody>
          <a:bodyPr wrap="none" lIns="91438" tIns="45719" rIns="91438" bIns="45719" rtlCol="0">
            <a:spAutoFit/>
          </a:bodyPr>
          <a:lstStyle/>
          <a:p>
            <a:pPr algn="ctr"/>
            <a:r>
              <a:rPr lang="en-US" sz="6600" b="1" dirty="0"/>
              <a:t>Acknowledgements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4189037" y="5007631"/>
            <a:ext cx="7938831" cy="28468752"/>
          </a:xfrm>
          <a:prstGeom prst="roundRect">
            <a:avLst>
              <a:gd name="adj" fmla="val 7569"/>
            </a:avLst>
          </a:prstGeom>
          <a:noFill/>
          <a:ln w="76200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en-US" dirty="0"/>
          </a:p>
        </p:txBody>
      </p:sp>
      <p:sp>
        <p:nvSpPr>
          <p:cNvPr id="26" name="TextBox 25"/>
          <p:cNvSpPr txBox="1"/>
          <p:nvPr/>
        </p:nvSpPr>
        <p:spPr>
          <a:xfrm>
            <a:off x="25930071" y="5296813"/>
            <a:ext cx="4694316" cy="2123656"/>
          </a:xfrm>
          <a:prstGeom prst="rect">
            <a:avLst/>
          </a:prstGeom>
          <a:noFill/>
        </p:spPr>
        <p:txBody>
          <a:bodyPr wrap="square" lIns="91438" tIns="45719" rIns="91438" bIns="45719" rtlCol="0">
            <a:spAutoFit/>
          </a:bodyPr>
          <a:lstStyle/>
          <a:p>
            <a:pPr algn="ctr"/>
            <a:r>
              <a:rPr lang="en-US" sz="6600" b="1" dirty="0"/>
              <a:t>Discussion/</a:t>
            </a:r>
          </a:p>
          <a:p>
            <a:pPr algn="ctr"/>
            <a:r>
              <a:rPr lang="en-US" sz="6600" b="1" dirty="0"/>
              <a:t>Conclusions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91100" y="22703187"/>
            <a:ext cx="3339115" cy="1107994"/>
          </a:xfrm>
          <a:prstGeom prst="rect">
            <a:avLst/>
          </a:prstGeom>
          <a:noFill/>
        </p:spPr>
        <p:txBody>
          <a:bodyPr wrap="none" lIns="91438" tIns="45719" rIns="91438" bIns="45719" rtlCol="0">
            <a:spAutoFit/>
          </a:bodyPr>
          <a:lstStyle/>
          <a:p>
            <a:pPr algn="ctr"/>
            <a:r>
              <a:rPr lang="en-US" sz="6600" b="1" dirty="0"/>
              <a:t>Methods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76284" y="5378649"/>
            <a:ext cx="4568746" cy="1107994"/>
          </a:xfrm>
          <a:prstGeom prst="rect">
            <a:avLst/>
          </a:prstGeom>
          <a:noFill/>
        </p:spPr>
        <p:txBody>
          <a:bodyPr wrap="none" lIns="91438" tIns="45719" rIns="91438" bIns="45719" rtlCol="0">
            <a:spAutoFit/>
          </a:bodyPr>
          <a:lstStyle/>
          <a:p>
            <a:pPr algn="ctr"/>
            <a:r>
              <a:rPr lang="en-US" sz="6600" b="1" dirty="0"/>
              <a:t>Introduction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60269" y="5007632"/>
            <a:ext cx="13726885" cy="37951487"/>
          </a:xfrm>
          <a:prstGeom prst="roundRect">
            <a:avLst>
              <a:gd name="adj" fmla="val 7569"/>
            </a:avLst>
          </a:prstGeom>
          <a:noFill/>
          <a:ln w="76200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en-US" dirty="0"/>
          </a:p>
        </p:txBody>
      </p:sp>
      <p:sp>
        <p:nvSpPr>
          <p:cNvPr id="30" name="Rounded Rectangle 29"/>
          <p:cNvSpPr/>
          <p:nvPr/>
        </p:nvSpPr>
        <p:spPr>
          <a:xfrm>
            <a:off x="24189037" y="38842984"/>
            <a:ext cx="7965776" cy="4116135"/>
          </a:xfrm>
          <a:prstGeom prst="roundRect">
            <a:avLst>
              <a:gd name="adj" fmla="val 7569"/>
            </a:avLst>
          </a:prstGeom>
          <a:noFill/>
          <a:ln w="76200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en-US" dirty="0"/>
          </a:p>
        </p:txBody>
      </p:sp>
      <p:sp>
        <p:nvSpPr>
          <p:cNvPr id="31" name="Rounded Rectangle 30"/>
          <p:cNvSpPr/>
          <p:nvPr/>
        </p:nvSpPr>
        <p:spPr>
          <a:xfrm>
            <a:off x="24189037" y="34028865"/>
            <a:ext cx="7965776" cy="4261637"/>
          </a:xfrm>
          <a:prstGeom prst="roundRect">
            <a:avLst>
              <a:gd name="adj" fmla="val 7569"/>
            </a:avLst>
          </a:prstGeom>
          <a:noFill/>
          <a:ln w="76200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en-US" dirty="0"/>
          </a:p>
        </p:txBody>
      </p:sp>
      <p:sp>
        <p:nvSpPr>
          <p:cNvPr id="32" name="Rounded Rectangle 31"/>
          <p:cNvSpPr/>
          <p:nvPr/>
        </p:nvSpPr>
        <p:spPr>
          <a:xfrm>
            <a:off x="837225" y="5007632"/>
            <a:ext cx="8046867" cy="16775428"/>
          </a:xfrm>
          <a:prstGeom prst="roundRect">
            <a:avLst>
              <a:gd name="adj" fmla="val 7569"/>
            </a:avLst>
          </a:prstGeom>
          <a:noFill/>
          <a:ln w="76200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185" y="467788"/>
            <a:ext cx="4312197" cy="1934413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188720" y="6766560"/>
            <a:ext cx="7315200" cy="1463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600" b="1">
                <a:solidFill>
                  <a:srgbClr val="1A1A1A"/>
                </a:solidFill>
              </a:rPr>
              <a:t>For sixty years American newspapers told readers what the economy would do next. Were they right?</a:t>
            </a:r>
          </a:p>
          <a:p>
            <a:pPr>
              <a:spcAft>
                <a:spcPts val="1600"/>
              </a:spcAft>
            </a:pPr>
            <a:r>
              <a:rPr sz="2600" b="0">
                <a:solidFill>
                  <a:srgbClr val="1A1A1A"/>
                </a:solidFill>
              </a:rPr>
              <a:t>The record has never been scored at scale. Reading a century of newspapers by hand is infeasible — and the standard shortcut, keyword search, turns out to lose most of the evidence.</a:t>
            </a:r>
          </a:p>
          <a:p>
            <a:pPr>
              <a:spcAft>
                <a:spcPts val="800"/>
              </a:spcAft>
            </a:pPr>
            <a:r>
              <a:rPr sz="2600" b="1">
                <a:solidFill>
                  <a:srgbClr val="1A1A1A"/>
                </a:solidFill>
              </a:rPr>
              <a:t>We ask two questions:</a:t>
            </a:r>
          </a:p>
          <a:p>
            <a:pPr>
              <a:spcAft>
                <a:spcPts val="800"/>
              </a:spcAft>
            </a:pPr>
            <a:r>
              <a:rPr sz="2600" b="0">
                <a:solidFill>
                  <a:srgbClr val="1A1A1A"/>
                </a:solidFill>
              </a:rPr>
              <a:t>1.  Can a language model extract historical forecasts reliably enough to score them?</a:t>
            </a:r>
          </a:p>
          <a:p>
            <a:pPr>
              <a:spcAft>
                <a:spcPts val="1600"/>
              </a:spcAft>
            </a:pPr>
            <a:r>
              <a:rPr sz="2600" b="0">
                <a:solidFill>
                  <a:srgbClr val="1A1A1A"/>
                </a:solidFill>
              </a:rPr>
              <a:t>2.  Did the press see downturns coming — and did it ever get better?</a:t>
            </a:r>
          </a:p>
          <a:p>
            <a:pPr>
              <a:spcAft>
                <a:spcPts val="0"/>
              </a:spcAft>
            </a:pPr>
            <a:r>
              <a:rPr sz="2600" b="1">
                <a:solidFill>
                  <a:srgbClr val="D55E00"/>
                </a:solidFill>
              </a:rPr>
              <a:t>The design rule: the model decides WHAT was predicted; real economic data decides WHETHER IT CAME TRUE. The model is never asked if a forecast was right.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88720" y="24048720"/>
            <a:ext cx="7315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600" b="1">
                <a:solidFill>
                  <a:srgbClr val="1A1A1A"/>
                </a:solidFill>
              </a:rPr>
              <a:t>15,721 newspaper pages</a:t>
            </a:r>
          </a:p>
          <a:p>
            <a:pPr>
              <a:spcAft>
                <a:spcPts val="1200"/>
              </a:spcAft>
            </a:pPr>
            <a:r>
              <a:rPr sz="2100" b="0">
                <a:solidFill>
                  <a:srgbClr val="1A1A1A"/>
                </a:solidFill>
              </a:rPr>
              <a:t>Library of Congress Chronicling America. Sampled from every one of the 768 months from 1900-01 to 1963-12, with no gaps, using a fixed direction-neutral search phrase set held constant across all months. 761 of those months yield at least one scorable US-national forecast.</a:t>
            </a:r>
          </a:p>
          <a:p>
            <a:pPr>
              <a:spcAft>
                <a:spcPts val="400"/>
              </a:spcAft>
            </a:pPr>
            <a:r>
              <a:rPr sz="2600" b="1">
                <a:solidFill>
                  <a:srgbClr val="1A1A1A"/>
                </a:solidFill>
              </a:rPr>
              <a:t>30,765 forecasts extracted</a:t>
            </a:r>
          </a:p>
          <a:p>
            <a:pPr>
              <a:spcAft>
                <a:spcPts val="1200"/>
              </a:spcAft>
            </a:pPr>
            <a:r>
              <a:rPr sz="2100" b="0">
                <a:solidFill>
                  <a:srgbClr val="1A1A1A"/>
                </a:solidFill>
              </a:rPr>
              <a:t>An LLM reads each full page and returns structured claims: direction, topic, horizon, hedging, speaker, and scope.</a:t>
            </a:r>
          </a:p>
          <a:p>
            <a:pPr>
              <a:spcAft>
                <a:spcPts val="400"/>
              </a:spcAft>
            </a:pPr>
            <a:r>
              <a:rPr sz="2600" b="1">
                <a:solidFill>
                  <a:srgbClr val="1A1A1A"/>
                </a:solidFill>
              </a:rPr>
              <a:t>14,251 scored against reality</a:t>
            </a:r>
          </a:p>
          <a:p>
            <a:pPr>
              <a:spcAft>
                <a:spcPts val="1200"/>
              </a:spcAft>
            </a:pPr>
            <a:r>
              <a:rPr sz="2100" b="0">
                <a:solidFill>
                  <a:srgbClr val="1A1A1A"/>
                </a:solidFill>
              </a:rPr>
              <a:t>A deterministic scorer compares each forecast to what NBER business-cycle dates and Federal Reserve series actually did over its horizon. No model judgement. Claims that cannot be fairly scored — foreign, regional, or outside a series' coverage — are marked unscorable, never guessed.</a:t>
            </a:r>
          </a:p>
          <a:p>
            <a:pPr>
              <a:spcAft>
                <a:spcPts val="400"/>
              </a:spcAft>
            </a:pPr>
            <a:r>
              <a:rPr sz="2600" b="1">
                <a:solidFill>
                  <a:srgbClr val="1A1A1A"/>
                </a:solidFill>
              </a:rPr>
              <a:t>Validation</a:t>
            </a:r>
          </a:p>
          <a:p>
            <a:pPr>
              <a:spcAft>
                <a:spcPts val="0"/>
              </a:spcAft>
            </a:pPr>
            <a:r>
              <a:rPr sz="2100" b="0">
                <a:solidFill>
                  <a:srgbClr val="1A1A1A"/>
                </a:solidFill>
              </a:rPr>
              <a:t>16 pages hand-annotated before any model ran (52 forecasts, 44 boundary cases). The scorer is proven by 33 known-answer tests.</a:t>
            </a:r>
          </a:p>
        </p:txBody>
      </p:sp>
      <p:pic>
        <p:nvPicPr>
          <p:cNvPr id="35" name="Picture 34" descr="figE_metho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32918400"/>
            <a:ext cx="7132320" cy="4174028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280160" y="38039040"/>
            <a:ext cx="7132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900" b="0">
                <a:solidFill>
                  <a:srgbClr val="5A5A5A"/>
                </a:solidFill>
              </a:rPr>
              <a:t>Keyword search finds one forecast in four. Whole-page LLM reading finds three in four, at higher precision — measured against the hand-built gold standard.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149840" y="6675120"/>
            <a:ext cx="1280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3000" b="1">
                <a:solidFill>
                  <a:srgbClr val="1A1A1A"/>
                </a:solidFill>
              </a:rPr>
              <a:t>1.  The forecast mix never responded to the economy</a:t>
            </a:r>
          </a:p>
        </p:txBody>
      </p:sp>
      <p:pic>
        <p:nvPicPr>
          <p:cNvPr id="38" name="Picture 37" descr="figA_mechanis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92840" y="7406640"/>
            <a:ext cx="10515600" cy="4053623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10149840" y="11551702"/>
            <a:ext cx="12801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900" b="0">
                <a:solidFill>
                  <a:srgbClr val="5A5A5A"/>
                </a:solidFill>
              </a:rPr>
              <a:t>Downbeat forecasts were 24.1% of the total in expansions and 24.3% in recessions — identical. About 72% of all forecasts were upbeat, in booms and busts alike. This survives a within-decade comparison and a block bootstrap.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149840" y="12740422"/>
            <a:ext cx="1280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3000" b="1">
                <a:solidFill>
                  <a:srgbClr val="1A1A1A"/>
                </a:solidFill>
              </a:rPr>
              <a:t>2.  So accuracy collapsed exactly when it mattered</a:t>
            </a:r>
          </a:p>
        </p:txBody>
      </p:sp>
      <p:pic>
        <p:nvPicPr>
          <p:cNvPr id="41" name="Picture 40" descr="figB_consequenc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92840" y="13471942"/>
            <a:ext cx="10515600" cy="455786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10149840" y="18121242"/>
            <a:ext cx="12801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900" b="0">
                <a:solidFill>
                  <a:srgbClr val="5A5A5A"/>
                </a:solidFill>
              </a:rPr>
              <a:t>Because the mix never moved, accuracy fell from 58.8% in expansions to 39.7% in recessions — a consequence of panel 1, not a separate finding (gap +19.1% points, 95% CI [+12.9, +24.4]). Pessimists were right when it counted; there were never enough of them.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149840" y="19309962"/>
            <a:ext cx="1280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3000" b="1">
                <a:solidFill>
                  <a:srgbClr val="1A1A1A"/>
                </a:solidFill>
              </a:rPr>
              <a:t>3.  Sixty years, no improvement</a:t>
            </a:r>
          </a:p>
        </p:txBody>
      </p:sp>
      <p:pic>
        <p:nvPicPr>
          <p:cNvPr id="44" name="Picture 43" descr="figC_no_learnin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92840" y="20041482"/>
            <a:ext cx="10515600" cy="4108263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10149840" y="24241184"/>
            <a:ext cx="12801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900" b="0">
                <a:solidFill>
                  <a:srgbClr val="5A5A5A"/>
                </a:solidFill>
              </a:rPr>
              <a:t>Annual accuracy is flat across six decades (53.7% in the 1900s to 49.9% in the 1960s). No publisher did better either: seven papers with 200+ scored forecasts all fall between 44% and 56%.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149840" y="25429904"/>
            <a:ext cx="1280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3000" b="1">
                <a:solidFill>
                  <a:srgbClr val="1A1A1A"/>
                </a:solidFill>
              </a:rPr>
              <a:t>4.  What predicts whether a forecast came true?</a:t>
            </a:r>
          </a:p>
        </p:txBody>
      </p:sp>
      <p:pic>
        <p:nvPicPr>
          <p:cNvPr id="47" name="Picture 46" descr="figD_what_predict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292840" y="26161424"/>
            <a:ext cx="10515600" cy="4287915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10149840" y="30540779"/>
            <a:ext cx="12801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900" b="0">
                <a:solidFill>
                  <a:srgbClr val="5A5A5A"/>
                </a:solidFill>
              </a:rPr>
              <a:t>Out-of-fold AUC (leave-one-block-out, 21 three-year blocks): macroeconomic conditions 0.505 — chance. How the forecast was written 0.561. Both combined 0.588. We do not claim to predict which forecasts come true; 0.561 is barely above chance, and saying so is the result.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149840" y="31729499"/>
            <a:ext cx="1280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3000" b="1">
                <a:solidFill>
                  <a:srgbClr val="1A1A1A"/>
                </a:solidFill>
              </a:rPr>
              <a:t>5.  Worse than chance on prices, markets and jobs</a:t>
            </a:r>
          </a:p>
        </p:txBody>
      </p:sp>
      <p:pic>
        <p:nvPicPr>
          <p:cNvPr id="50" name="Picture 49" descr="figF_topics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292840" y="32461019"/>
            <a:ext cx="10515600" cy="3497058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10149840" y="36049517"/>
            <a:ext cx="12801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900" b="0">
                <a:solidFill>
                  <a:srgbClr val="5A5A5A"/>
                </a:solidFill>
              </a:rPr>
              <a:t>Accuracy varies far more by subject than by wording — a 23-point spread, against 2 points for hedging. The one above-chance category is vague optimism about “business”. Price calls track the era’s inflation regime, not skill: after 1948, “prices will fall” was right 0 times in 93.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149840" y="37238237"/>
            <a:ext cx="1280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3000" b="1">
                <a:solidFill>
                  <a:srgbClr val="1A1A1A"/>
                </a:solidFill>
              </a:rPr>
              <a:t>6.  October 1929: no one saw it coming</a:t>
            </a:r>
          </a:p>
        </p:txBody>
      </p:sp>
      <p:pic>
        <p:nvPicPr>
          <p:cNvPr id="53" name="Picture 52" descr="figG_1929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292840" y="37969757"/>
            <a:ext cx="10515600" cy="3468346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10149840" y="41529543"/>
            <a:ext cx="12801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900" b="0">
                <a:solidFill>
                  <a:srgbClr val="5A5A5A"/>
                </a:solidFill>
              </a:rPr>
              <a:t>In the month of the Great Crash, 86% of US-national forecasts still predicted improvement — more than in June. Forecasts printed August–December 1929 came true 20.8% of the time. Found with no episode labels and no outcome information.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4597360" y="7863840"/>
            <a:ext cx="7223760" cy="256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600" b="1">
                <a:solidFill>
                  <a:srgbClr val="D55E00"/>
                </a:solidFill>
              </a:rPr>
              <a:t>The press told readers the economy would improve — in booms and busts alike, in the same proportion, for sixty years.</a:t>
            </a:r>
          </a:p>
          <a:p>
            <a:pPr>
              <a:spcAft>
                <a:spcPts val="1800"/>
              </a:spcAft>
            </a:pPr>
            <a:r>
              <a:rPr sz="2600" b="0">
                <a:solidFill>
                  <a:srgbClr val="1A1A1A"/>
                </a:solidFill>
              </a:rPr>
              <a:t>When downturns came, roughly three in four forecasts were pointing the wrong way. Forecasting the economy's direction was, and remained, close to a coin flip.</a:t>
            </a:r>
          </a:p>
          <a:p>
            <a:pPr>
              <a:spcAft>
                <a:spcPts val="600"/>
              </a:spcAft>
            </a:pPr>
            <a:r>
              <a:rPr sz="2600" b="1">
                <a:solidFill>
                  <a:srgbClr val="1A1A1A"/>
                </a:solidFill>
              </a:rPr>
              <a:t>A finding that reversed</a:t>
            </a:r>
          </a:p>
          <a:p>
            <a:pPr>
              <a:spcAft>
                <a:spcPts val="1400"/>
              </a:spcAft>
            </a:pPr>
            <a:r>
              <a:rPr sz="2100" b="0">
                <a:solidFill>
                  <a:srgbClr val="1A1A1A"/>
                </a:solidFill>
              </a:rPr>
              <a:t>On a smaller crisis-only sample (n=232), forecasts that went against the press consensus looked MORE accurate (52% vs 43%). On the full continuous corpus (n=1,967) it reverses: 38.7% vs 53.3%. The first result was small-sample noise. This is the clearest argument for building the continuous corpus — it overturned its own earlier finding.</a:t>
            </a:r>
          </a:p>
          <a:p>
            <a:pPr>
              <a:spcAft>
                <a:spcPts val="600"/>
              </a:spcAft>
            </a:pPr>
            <a:r>
              <a:rPr sz="2600" b="1">
                <a:solidFill>
                  <a:srgbClr val="1A1A1A"/>
                </a:solidFill>
              </a:rPr>
              <a:t>Nor is this only a newspaper problem</a:t>
            </a:r>
          </a:p>
          <a:p>
            <a:pPr>
              <a:spcAft>
                <a:spcPts val="1800"/>
              </a:spcAft>
            </a:pPr>
            <a:r>
              <a:rPr sz="2100" b="0">
                <a:solidFill>
                  <a:srgbClr val="1A1A1A"/>
                </a:solidFill>
              </a:rPr>
              <a:t>Scored the same way, the Federal Reserve’s own internal Greenbook forecasts (490, 1967–2020) come in at 54.0% — and they called a downturn just 6 times, getting 0% of those right. Different era and variable, so this is a reference point rather than a controlled comparison — but directional forecasting is hard for everyone.</a:t>
            </a:r>
          </a:p>
          <a:p>
            <a:pPr>
              <a:spcAft>
                <a:spcPts val="600"/>
              </a:spcAft>
            </a:pPr>
            <a:r>
              <a:rPr sz="2600" b="1">
                <a:solidFill>
                  <a:srgbClr val="1A1A1A"/>
                </a:solidFill>
              </a:rPr>
              <a:t>Limitations</a:t>
            </a:r>
          </a:p>
          <a:p>
            <a:pPr>
              <a:spcAft>
                <a:spcPts val="600"/>
              </a:spcAft>
            </a:pPr>
            <a:r>
              <a:rPr sz="2100" b="0">
                <a:solidFill>
                  <a:srgbClr val="1A1A1A"/>
                </a:solidFill>
              </a:rPr>
              <a:t>•  The monthly corpus used a cheaper extractor (F1≈0.53–0.61, depending on the reasoning-effort setting, which the run log does not record) than the methods comparison (F1≈0.79), to fit a $25 budget.</a:t>
            </a:r>
          </a:p>
          <a:p>
            <a:pPr>
              <a:spcAft>
                <a:spcPts val="600"/>
              </a:spcAft>
            </a:pPr>
            <a:r>
              <a:rPr sz="2100" b="0">
                <a:solidFill>
                  <a:srgbClr val="1A1A1A"/>
                </a:solidFill>
              </a:rPr>
              <a:t>•  The gold standard is model-adjudicated; a two-person human recode is the next step.</a:t>
            </a:r>
          </a:p>
          <a:p>
            <a:pPr>
              <a:spcAft>
                <a:spcPts val="600"/>
              </a:spcAft>
            </a:pPr>
            <a:r>
              <a:rPr sz="2100" b="0">
                <a:solidFill>
                  <a:srgbClr val="1A1A1A"/>
                </a:solidFill>
              </a:rPr>
              <a:t>•  Digitization thins after 1940, so the late series is noisier.</a:t>
            </a:r>
          </a:p>
          <a:p>
            <a:pPr>
              <a:spcAft>
                <a:spcPts val="600"/>
              </a:spcAft>
            </a:pPr>
            <a:r>
              <a:rPr sz="2100" b="0">
                <a:solidFill>
                  <a:srgbClr val="1A1A1A"/>
                </a:solidFill>
              </a:rPr>
              <a:t>•  Our index does not correlate with the published historical policy-uncertainty index (|r|&lt;0.08) — we measure forecast direction, a different construct. We report the null.</a:t>
            </a:r>
          </a:p>
          <a:p>
            <a:pPr>
              <a:spcAft>
                <a:spcPts val="1400"/>
              </a:spcAft>
            </a:pPr>
            <a:r>
              <a:rPr sz="2100" b="0">
                <a:solidFill>
                  <a:srgbClr val="1A1A1A"/>
                </a:solidFill>
              </a:rPr>
              <a:t>•  Forecasts cluster within eras: the effective sample is ~21 time blocks, not 14,251 claims. All inference uses grouped CV and block bootstraps.</a:t>
            </a:r>
          </a:p>
          <a:p>
            <a:pPr>
              <a:spcAft>
                <a:spcPts val="600"/>
              </a:spcAft>
            </a:pPr>
            <a:r>
              <a:rPr sz="2600" b="1">
                <a:solidFill>
                  <a:srgbClr val="1A1A1A"/>
                </a:solidFill>
              </a:rPr>
              <a:t>Contribution</a:t>
            </a:r>
          </a:p>
          <a:p>
            <a:pPr>
              <a:spcAft>
                <a:spcPts val="0"/>
              </a:spcAft>
            </a:pPr>
            <a:r>
              <a:rPr sz="2100" b="0">
                <a:solidFill>
                  <a:srgbClr val="1A1A1A"/>
                </a:solidFill>
              </a:rPr>
              <a:t>A validated, reproducible pipeline that turns a century of qualitative forecasts into scored data — and evidence that the standard keyword approach would have distorted the answer.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4597360" y="36118800"/>
            <a:ext cx="72237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800" b="0">
                <a:solidFill>
                  <a:srgbClr val="1A1A1A"/>
                </a:solidFill>
              </a:rPr>
              <a:t>Library of Congress, Chronicling America (loc.gov API).  •  National Bureau of Economic Research, US Business Cycle Expansions and Contractions.  •  Federal Reserve Bank of St. Louis, FRED: INDPRO, CPIAUCNS, UNRATE, historical common-stock index.  •  Baker, Bloom &amp; Davis (2016), Measuring Economic Policy Uncertainty, QJE.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4597360" y="40873680"/>
            <a:ext cx="72237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800" b="0">
                <a:solidFill>
                  <a:srgbClr val="1A1A1A"/>
                </a:solidFill>
              </a:rPr>
              <a:t>Thanks to the BU RISE Practicum instructors and to the Library of Congress for open access to the Chronicling America corpus. All code, data-building scripts and tests are in the project repository.</a:t>
            </a:r>
          </a:p>
        </p:txBody>
      </p:sp>
    </p:spTree>
    <p:extLst>
      <p:ext uri="{BB962C8B-B14F-4D97-AF65-F5344CB8AC3E}">
        <p14:creationId xmlns:p14="http://schemas.microsoft.com/office/powerpoint/2010/main" val="15088688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324380" y="823388"/>
            <a:ext cx="30278004" cy="3631761"/>
          </a:xfrm>
          <a:prstGeom prst="rect">
            <a:avLst/>
          </a:prstGeom>
          <a:noFill/>
        </p:spPr>
        <p:txBody>
          <a:bodyPr wrap="square" lIns="91438" tIns="45719" rIns="91438" bIns="45719" rtlCol="0">
            <a:spAutoFit/>
          </a:bodyPr>
          <a:lstStyle/>
          <a:p>
            <a:pPr algn="ctr"/>
            <a:r>
              <a:rPr lang="en-US" sz="9800" dirty="0"/>
              <a:t>Research Poster Title</a:t>
            </a:r>
          </a:p>
          <a:p>
            <a:pPr algn="ctr"/>
            <a:r>
              <a:rPr lang="en-US" sz="6600" b="1" dirty="0"/>
              <a:t>RISE </a:t>
            </a:r>
            <a:r>
              <a:rPr lang="en-US" sz="6600" b="1" dirty="0">
                <a:solidFill>
                  <a:srgbClr val="FF0000"/>
                </a:solidFill>
                <a:highlight>
                  <a:srgbClr val="FFFF00"/>
                </a:highlight>
              </a:rPr>
              <a:t>Intern</a:t>
            </a:r>
            <a:r>
              <a:rPr lang="en-US" sz="6600" b="1" dirty="0"/>
              <a:t> FN and LN</a:t>
            </a:r>
            <a:r>
              <a:rPr lang="en-US" sz="6600" b="1" baseline="30000" dirty="0"/>
              <a:t>1,2</a:t>
            </a:r>
            <a:r>
              <a:rPr lang="en-US" sz="6600" b="1" dirty="0"/>
              <a:t>, Other Lab Contributors</a:t>
            </a:r>
            <a:r>
              <a:rPr lang="en-US" sz="6600" b="1" baseline="30000" dirty="0"/>
              <a:t>2</a:t>
            </a:r>
            <a:r>
              <a:rPr lang="en-US" sz="6600" b="1" dirty="0"/>
              <a:t>, Professor</a:t>
            </a:r>
            <a:r>
              <a:rPr lang="en-US" sz="6600" b="1" baseline="30000" dirty="0"/>
              <a:t>2</a:t>
            </a:r>
            <a:endParaRPr lang="en-US" sz="6600" b="1" dirty="0"/>
          </a:p>
          <a:p>
            <a:pPr algn="ctr"/>
            <a:r>
              <a:rPr lang="en-US" sz="6600" dirty="0"/>
              <a:t>RISE Intern High School Name, HS Address</a:t>
            </a:r>
            <a:r>
              <a:rPr lang="en-US" sz="6600" baseline="30000" dirty="0"/>
              <a:t>1</a:t>
            </a:r>
            <a:r>
              <a:rPr lang="en-US" sz="6600" dirty="0"/>
              <a:t>, Institution Name, Institution Address</a:t>
            </a:r>
            <a:r>
              <a:rPr lang="en-US" sz="6600" baseline="30000" dirty="0"/>
              <a:t>2</a:t>
            </a:r>
            <a:endParaRPr lang="en-US" sz="6600" dirty="0"/>
          </a:p>
        </p:txBody>
      </p:sp>
      <p:sp>
        <p:nvSpPr>
          <p:cNvPr id="18" name="Rounded Rectangle 17"/>
          <p:cNvSpPr/>
          <p:nvPr/>
        </p:nvSpPr>
        <p:spPr>
          <a:xfrm>
            <a:off x="837224" y="34075839"/>
            <a:ext cx="21122945" cy="8810041"/>
          </a:xfrm>
          <a:prstGeom prst="roundRect">
            <a:avLst>
              <a:gd name="adj" fmla="val 7569"/>
            </a:avLst>
          </a:prstGeom>
          <a:noFill/>
          <a:ln w="76200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15109808" y="5378649"/>
            <a:ext cx="2707147" cy="1107994"/>
          </a:xfrm>
          <a:prstGeom prst="rect">
            <a:avLst/>
          </a:prstGeom>
          <a:noFill/>
        </p:spPr>
        <p:txBody>
          <a:bodyPr wrap="none" lIns="91438" tIns="45719" rIns="91438" bIns="45719" rtlCol="0">
            <a:spAutoFit/>
          </a:bodyPr>
          <a:lstStyle/>
          <a:p>
            <a:pPr algn="ctr"/>
            <a:r>
              <a:rPr lang="en-US" sz="6600" b="1" dirty="0"/>
              <a:t>Results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716923" y="34075839"/>
            <a:ext cx="4040141" cy="1107994"/>
          </a:xfrm>
          <a:prstGeom prst="rect">
            <a:avLst/>
          </a:prstGeom>
          <a:noFill/>
        </p:spPr>
        <p:txBody>
          <a:bodyPr wrap="none" lIns="91438" tIns="45719" rIns="91438" bIns="45719" rtlCol="0">
            <a:spAutoFit/>
          </a:bodyPr>
          <a:lstStyle/>
          <a:p>
            <a:pPr algn="ctr"/>
            <a:r>
              <a:rPr lang="en-US" sz="6600" b="1" dirty="0"/>
              <a:t>References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189037" y="38873983"/>
            <a:ext cx="7095913" cy="1107994"/>
          </a:xfrm>
          <a:prstGeom prst="rect">
            <a:avLst/>
          </a:prstGeom>
          <a:noFill/>
        </p:spPr>
        <p:txBody>
          <a:bodyPr wrap="none" lIns="91438" tIns="45719" rIns="91438" bIns="45719" rtlCol="0">
            <a:spAutoFit/>
          </a:bodyPr>
          <a:lstStyle/>
          <a:p>
            <a:pPr algn="ctr"/>
            <a:r>
              <a:rPr lang="en-US" sz="6600" b="1" dirty="0"/>
              <a:t>Acknowledgements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2591060" y="5007631"/>
            <a:ext cx="9563754" cy="28468752"/>
          </a:xfrm>
          <a:prstGeom prst="roundRect">
            <a:avLst>
              <a:gd name="adj" fmla="val 7569"/>
            </a:avLst>
          </a:prstGeom>
          <a:noFill/>
          <a:ln w="76200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en-US" dirty="0"/>
          </a:p>
        </p:txBody>
      </p:sp>
      <p:sp>
        <p:nvSpPr>
          <p:cNvPr id="26" name="TextBox 25"/>
          <p:cNvSpPr txBox="1"/>
          <p:nvPr/>
        </p:nvSpPr>
        <p:spPr>
          <a:xfrm>
            <a:off x="25204684" y="5378649"/>
            <a:ext cx="4694316" cy="2123656"/>
          </a:xfrm>
          <a:prstGeom prst="rect">
            <a:avLst/>
          </a:prstGeom>
          <a:noFill/>
        </p:spPr>
        <p:txBody>
          <a:bodyPr wrap="square" lIns="91438" tIns="45719" rIns="91438" bIns="45719" rtlCol="0">
            <a:spAutoFit/>
          </a:bodyPr>
          <a:lstStyle/>
          <a:p>
            <a:pPr algn="ctr"/>
            <a:r>
              <a:rPr lang="en-US" sz="6600" b="1" dirty="0"/>
              <a:t>Discussion/</a:t>
            </a:r>
          </a:p>
          <a:p>
            <a:pPr algn="ctr"/>
            <a:r>
              <a:rPr lang="en-US" sz="6600" b="1" dirty="0"/>
              <a:t>Conclusions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29138" y="34310047"/>
            <a:ext cx="3339115" cy="1107994"/>
          </a:xfrm>
          <a:prstGeom prst="rect">
            <a:avLst/>
          </a:prstGeom>
          <a:noFill/>
        </p:spPr>
        <p:txBody>
          <a:bodyPr wrap="none" lIns="91438" tIns="45719" rIns="91438" bIns="45719" rtlCol="0">
            <a:spAutoFit/>
          </a:bodyPr>
          <a:lstStyle/>
          <a:p>
            <a:pPr algn="ctr"/>
            <a:r>
              <a:rPr lang="en-US" sz="6600" b="1" dirty="0"/>
              <a:t>Methods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88745" y="5433613"/>
            <a:ext cx="4568746" cy="1107994"/>
          </a:xfrm>
          <a:prstGeom prst="rect">
            <a:avLst/>
          </a:prstGeom>
          <a:noFill/>
        </p:spPr>
        <p:txBody>
          <a:bodyPr wrap="none" lIns="91438" tIns="45719" rIns="91438" bIns="45719" rtlCol="0">
            <a:spAutoFit/>
          </a:bodyPr>
          <a:lstStyle/>
          <a:p>
            <a:pPr algn="ctr"/>
            <a:r>
              <a:rPr lang="en-US" sz="6600" b="1" dirty="0"/>
              <a:t>Introduction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1139906" y="5007632"/>
            <a:ext cx="10820263" cy="28468751"/>
          </a:xfrm>
          <a:prstGeom prst="roundRect">
            <a:avLst>
              <a:gd name="adj" fmla="val 7569"/>
            </a:avLst>
          </a:prstGeom>
          <a:noFill/>
          <a:ln w="76200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en-US" dirty="0"/>
          </a:p>
        </p:txBody>
      </p:sp>
      <p:sp>
        <p:nvSpPr>
          <p:cNvPr id="30" name="Rounded Rectangle 29"/>
          <p:cNvSpPr/>
          <p:nvPr/>
        </p:nvSpPr>
        <p:spPr>
          <a:xfrm>
            <a:off x="22591060" y="38842984"/>
            <a:ext cx="9563753" cy="4116135"/>
          </a:xfrm>
          <a:prstGeom prst="roundRect">
            <a:avLst>
              <a:gd name="adj" fmla="val 7569"/>
            </a:avLst>
          </a:prstGeom>
          <a:noFill/>
          <a:ln w="76200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en-US" dirty="0"/>
          </a:p>
        </p:txBody>
      </p:sp>
      <p:sp>
        <p:nvSpPr>
          <p:cNvPr id="31" name="Rounded Rectangle 30"/>
          <p:cNvSpPr/>
          <p:nvPr/>
        </p:nvSpPr>
        <p:spPr>
          <a:xfrm>
            <a:off x="22591060" y="34028865"/>
            <a:ext cx="9563753" cy="4261637"/>
          </a:xfrm>
          <a:prstGeom prst="roundRect">
            <a:avLst>
              <a:gd name="adj" fmla="val 7569"/>
            </a:avLst>
          </a:prstGeom>
          <a:noFill/>
          <a:ln w="76200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en-US" dirty="0"/>
          </a:p>
        </p:txBody>
      </p:sp>
      <p:sp>
        <p:nvSpPr>
          <p:cNvPr id="32" name="Rounded Rectangle 31"/>
          <p:cNvSpPr/>
          <p:nvPr/>
        </p:nvSpPr>
        <p:spPr>
          <a:xfrm>
            <a:off x="837225" y="5007631"/>
            <a:ext cx="9671790" cy="28468751"/>
          </a:xfrm>
          <a:prstGeom prst="roundRect">
            <a:avLst>
              <a:gd name="adj" fmla="val 7569"/>
            </a:avLst>
          </a:prstGeom>
          <a:noFill/>
          <a:ln w="76200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en-US" dirty="0"/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225" y="823388"/>
            <a:ext cx="4312197" cy="1934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29418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76200" cmpd="sng">
          <a:solidFill>
            <a:schemeClr val="tx1"/>
          </a:solidFill>
        </a:ln>
        <a:effectLst/>
      </a:spPr>
      <a:bodyPr lIns="91438" tIns="45719" rIns="91438" bIns="45719" rtlCol="0" anchor="ctr"/>
      <a:lstStyle>
        <a:defPPr algn="ctr">
          <a:defRPr dirty="0"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f954a46-ab4f-4ef1-b72b-8f7e89c4546f" xsi:nil="true"/>
    <lcf76f155ced4ddcb4097134ff3c332f xmlns="c183391b-b66e-4320-b008-72e00474d11f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ACF4CCF2804154787FE44712ADF5DBC" ma:contentTypeVersion="11" ma:contentTypeDescription="Create a new document." ma:contentTypeScope="" ma:versionID="eabd65b4d5d245c9b48b8a74641a9410">
  <xsd:schema xmlns:xsd="http://www.w3.org/2001/XMLSchema" xmlns:xs="http://www.w3.org/2001/XMLSchema" xmlns:p="http://schemas.microsoft.com/office/2006/metadata/properties" xmlns:ns2="c183391b-b66e-4320-b008-72e00474d11f" xmlns:ns3="9f954a46-ab4f-4ef1-b72b-8f7e89c4546f" targetNamespace="http://schemas.microsoft.com/office/2006/metadata/properties" ma:root="true" ma:fieldsID="c346e909859880a5877938c1b3cacfed" ns2:_="" ns3:_="">
    <xsd:import namespace="c183391b-b66e-4320-b008-72e00474d11f"/>
    <xsd:import namespace="9f954a46-ab4f-4ef1-b72b-8f7e89c4546f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183391b-b66e-4320-b008-72e00474d11f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30fdde71-3d84-4f2a-8a39-a81d5da30a6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description="" ma:hidden="true" ma:indexed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f954a46-ab4f-4ef1-b72b-8f7e89c4546f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4584e5de-7e7c-447a-a7bf-c1598a85468f}" ma:internalName="TaxCatchAll" ma:showField="CatchAllData" ma:web="9f954a46-ab4f-4ef1-b72b-8f7e89c4546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39FF738-62BE-4CBA-9ACC-F010B63A0018}">
  <ds:schemaRefs>
    <ds:schemaRef ds:uri="http://schemas.microsoft.com/office/2006/metadata/properties"/>
    <ds:schemaRef ds:uri="http://schemas.microsoft.com/office/infopath/2007/PartnerControls"/>
    <ds:schemaRef ds:uri="9f954a46-ab4f-4ef1-b72b-8f7e89c4546f"/>
    <ds:schemaRef ds:uri="c183391b-b66e-4320-b008-72e00474d11f"/>
  </ds:schemaRefs>
</ds:datastoreItem>
</file>

<file path=customXml/itemProps2.xml><?xml version="1.0" encoding="utf-8"?>
<ds:datastoreItem xmlns:ds="http://schemas.openxmlformats.org/officeDocument/2006/customXml" ds:itemID="{AC3D3F8A-5FA7-46A3-880D-0889BB90CD3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183391b-b66e-4320-b008-72e00474d11f"/>
    <ds:schemaRef ds:uri="9f954a46-ab4f-4ef1-b72b-8f7e89c4546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E277653-0E04-49B9-BEE8-112CA445CD8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1455</TotalTime>
  <Words>72</Words>
  <Application>Microsoft Office PowerPoint</Application>
  <PresentationFormat>Custom</PresentationFormat>
  <Paragraphs>20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PowerPoint Presentation</vt:lpstr>
      <vt:lpstr>PowerPoint Presentation</vt:lpstr>
    </vt:vector>
  </TitlesOfParts>
  <Company>Cornell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Anna Greenswag</dc:creator>
  <cp:lastModifiedBy>Speth, Mary Kathleen</cp:lastModifiedBy>
  <cp:revision>230</cp:revision>
  <cp:lastPrinted>2014-04-24T13:35:43Z</cp:lastPrinted>
  <dcterms:created xsi:type="dcterms:W3CDTF">2014-04-07T21:10:39Z</dcterms:created>
  <dcterms:modified xsi:type="dcterms:W3CDTF">2026-07-22T17:48:01Z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0x010100DACF4CCF2804154787FE44712ADF5DBC</vt:lpwstr>
  </property>
  <property fmtid="{D5CDD505-2E9C-101B-9397-08002B2CF9AE}" pid="3" name="MediaServiceImageTags">
    <vt:lpwstr/>
  </property>
</Properties>
</file>