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32918400" cy="43891200"/>
  <p:notesSz cx="6858000" cy="9144000"/>
  <p:defaultTextStyle>
    <a:defPPr>
      <a:defRPr lang="en-US"/>
    </a:defPPr>
    <a:lvl1pPr marL="0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1pPr>
    <a:lvl2pPr marL="1881047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2pPr>
    <a:lvl3pPr marL="3762093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3pPr>
    <a:lvl4pPr marL="5643140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4pPr>
    <a:lvl5pPr marL="7524186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5pPr>
    <a:lvl6pPr marL="9405233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6pPr>
    <a:lvl7pPr marL="11286279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7pPr>
    <a:lvl8pPr marL="13167326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8pPr>
    <a:lvl9pPr marL="15048372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756" userDrawn="1">
          <p15:clr>
            <a:srgbClr val="A4A3A4"/>
          </p15:clr>
        </p15:guide>
        <p15:guide id="2" pos="17588" userDrawn="1">
          <p15:clr>
            <a:srgbClr val="A4A3A4"/>
          </p15:clr>
        </p15:guide>
        <p15:guide id="3" pos="202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194" autoAdjust="0"/>
    <p:restoredTop sz="50000" autoAdjust="0"/>
  </p:normalViewPr>
  <p:slideViewPr>
    <p:cSldViewPr snapToGrid="0" snapToObjects="1" showGuides="1">
      <p:cViewPr varScale="1">
        <p:scale>
          <a:sx n="25" d="100"/>
          <a:sy n="25" d="100"/>
        </p:scale>
        <p:origin x="4724" y="112"/>
      </p:cViewPr>
      <p:guideLst>
        <p:guide orient="horz" pos="9756"/>
        <p:guide pos="17588"/>
        <p:guide pos="2025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eth, Mary Kathleen" userId="4923e5e0-4398-4d88-a6fa-45b9eebd9654" providerId="ADAL" clId="{F3E12FFB-9DA5-4F94-BDBD-99B81221C333}"/>
    <pc:docChg chg="modSld">
      <pc:chgData name="Speth, Mary Kathleen" userId="4923e5e0-4398-4d88-a6fa-45b9eebd9654" providerId="ADAL" clId="{F3E12FFB-9DA5-4F94-BDBD-99B81221C333}" dt="2026-07-22T17:47:55.408" v="24" actId="207"/>
      <pc:docMkLst>
        <pc:docMk/>
      </pc:docMkLst>
      <pc:sldChg chg="modSp mod">
        <pc:chgData name="Speth, Mary Kathleen" userId="4923e5e0-4398-4d88-a6fa-45b9eebd9654" providerId="ADAL" clId="{F3E12FFB-9DA5-4F94-BDBD-99B81221C333}" dt="2026-07-22T17:47:55.408" v="24" actId="207"/>
        <pc:sldMkLst>
          <pc:docMk/>
          <pc:sldMk cId="1508868815" sldId="256"/>
        </pc:sldMkLst>
        <pc:spChg chg="mod">
          <ac:chgData name="Speth, Mary Kathleen" userId="4923e5e0-4398-4d88-a6fa-45b9eebd9654" providerId="ADAL" clId="{F3E12FFB-9DA5-4F94-BDBD-99B81221C333}" dt="2026-07-22T17:47:55.408" v="24" actId="207"/>
          <ac:spMkLst>
            <pc:docMk/>
            <pc:sldMk cId="1508868815" sldId="256"/>
            <ac:spMk id="5" creationId="{00000000-0000-0000-0000-000000000000}"/>
          </ac:spMkLst>
        </pc:spChg>
        <pc:picChg chg="mod">
          <ac:chgData name="Speth, Mary Kathleen" userId="4923e5e0-4398-4d88-a6fa-45b9eebd9654" providerId="ADAL" clId="{F3E12FFB-9DA5-4F94-BDBD-99B81221C333}" dt="2026-07-22T17:47:38.437" v="21" actId="1076"/>
          <ac:picMkLst>
            <pc:docMk/>
            <pc:sldMk cId="1508868815" sldId="256"/>
            <ac:picMk id="2" creationId="{00000000-0000-0000-0000-000000000000}"/>
          </ac:picMkLst>
        </pc:picChg>
      </pc:sldChg>
      <pc:sldChg chg="modSp mod">
        <pc:chgData name="Speth, Mary Kathleen" userId="4923e5e0-4398-4d88-a6fa-45b9eebd9654" providerId="ADAL" clId="{F3E12FFB-9DA5-4F94-BDBD-99B81221C333}" dt="2026-07-22T17:47:26.693" v="1" actId="13926"/>
        <pc:sldMkLst>
          <pc:docMk/>
          <pc:sldMk cId="2822941840" sldId="257"/>
        </pc:sldMkLst>
        <pc:spChg chg="mod">
          <ac:chgData name="Speth, Mary Kathleen" userId="4923e5e0-4398-4d88-a6fa-45b9eebd9654" providerId="ADAL" clId="{F3E12FFB-9DA5-4F94-BDBD-99B81221C333}" dt="2026-07-22T17:47:26.693" v="1" actId="13926"/>
          <ac:spMkLst>
            <pc:docMk/>
            <pc:sldMk cId="2822941840" sldId="257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13634724"/>
            <a:ext cx="27980640" cy="940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24871680"/>
            <a:ext cx="23042880" cy="11216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881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761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642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523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404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285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166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047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4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4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28204163"/>
            <a:ext cx="27980640" cy="8717280"/>
          </a:xfrm>
        </p:spPr>
        <p:txBody>
          <a:bodyPr anchor="t"/>
          <a:lstStyle>
            <a:lvl1pPr algn="l">
              <a:defRPr sz="16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18602967"/>
            <a:ext cx="27980640" cy="9601196"/>
          </a:xfrm>
        </p:spPr>
        <p:txBody>
          <a:bodyPr anchor="b"/>
          <a:lstStyle>
            <a:lvl1pPr marL="0" indent="0">
              <a:buNone/>
              <a:defRPr sz="8300">
                <a:solidFill>
                  <a:schemeClr val="tx1">
                    <a:tint val="75000"/>
                  </a:schemeClr>
                </a:solidFill>
              </a:defRPr>
            </a:lvl1pPr>
            <a:lvl2pPr marL="1881000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2pPr>
            <a:lvl3pPr marL="37619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3pPr>
            <a:lvl4pPr marL="5642999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4pPr>
            <a:lvl5pPr marL="7523998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5pPr>
            <a:lvl6pPr marL="9404998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6pPr>
            <a:lvl7pPr marL="11285997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7pPr>
            <a:lvl8pPr marL="13166997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8pPr>
            <a:lvl9pPr marL="15047996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1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18303" y="54620161"/>
            <a:ext cx="82678903" cy="154482803"/>
          </a:xfrm>
        </p:spPr>
        <p:txBody>
          <a:bodyPr/>
          <a:lstStyle>
            <a:lvl1pPr>
              <a:defRPr sz="11600"/>
            </a:lvl1pPr>
            <a:lvl2pPr>
              <a:defRPr sz="9900"/>
            </a:lvl2pPr>
            <a:lvl3pPr>
              <a:defRPr sz="83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445848" y="54620161"/>
            <a:ext cx="82678907" cy="154482803"/>
          </a:xfrm>
        </p:spPr>
        <p:txBody>
          <a:bodyPr/>
          <a:lstStyle>
            <a:lvl1pPr>
              <a:defRPr sz="11600"/>
            </a:lvl1pPr>
            <a:lvl2pPr>
              <a:defRPr sz="9900"/>
            </a:lvl2pPr>
            <a:lvl3pPr>
              <a:defRPr sz="83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2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757683"/>
            <a:ext cx="29626560" cy="7315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6" y="9824727"/>
            <a:ext cx="14544677" cy="4094477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81000" indent="0">
              <a:buNone/>
              <a:defRPr sz="8300" b="1"/>
            </a:lvl2pPr>
            <a:lvl3pPr marL="3761999" indent="0">
              <a:buNone/>
              <a:defRPr sz="7400" b="1"/>
            </a:lvl3pPr>
            <a:lvl4pPr marL="5642999" indent="0">
              <a:buNone/>
              <a:defRPr sz="6600" b="1"/>
            </a:lvl4pPr>
            <a:lvl5pPr marL="7523998" indent="0">
              <a:buNone/>
              <a:defRPr sz="6600" b="1"/>
            </a:lvl5pPr>
            <a:lvl6pPr marL="9404998" indent="0">
              <a:buNone/>
              <a:defRPr sz="6600" b="1"/>
            </a:lvl6pPr>
            <a:lvl7pPr marL="11285997" indent="0">
              <a:buNone/>
              <a:defRPr sz="6600" b="1"/>
            </a:lvl7pPr>
            <a:lvl8pPr marL="13166997" indent="0">
              <a:buNone/>
              <a:defRPr sz="6600" b="1"/>
            </a:lvl8pPr>
            <a:lvl9pPr marL="15047996" indent="0">
              <a:buNone/>
              <a:defRPr sz="6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6" y="13919204"/>
            <a:ext cx="14544677" cy="25288243"/>
          </a:xfrm>
        </p:spPr>
        <p:txBody>
          <a:bodyPr/>
          <a:lstStyle>
            <a:lvl1pPr>
              <a:defRPr sz="9900"/>
            </a:lvl1pPr>
            <a:lvl2pPr>
              <a:defRPr sz="8300"/>
            </a:lvl2pPr>
            <a:lvl3pPr>
              <a:defRPr sz="7400"/>
            </a:lvl3pPr>
            <a:lvl4pPr>
              <a:defRPr sz="6600"/>
            </a:lvl4pPr>
            <a:lvl5pPr>
              <a:defRPr sz="6600"/>
            </a:lvl5pPr>
            <a:lvl6pPr>
              <a:defRPr sz="6600"/>
            </a:lvl6pPr>
            <a:lvl7pPr>
              <a:defRPr sz="6600"/>
            </a:lvl7pPr>
            <a:lvl8pPr>
              <a:defRPr sz="6600"/>
            </a:lvl8pPr>
            <a:lvl9pPr>
              <a:defRPr sz="6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2" y="9824727"/>
            <a:ext cx="14550390" cy="4094477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81000" indent="0">
              <a:buNone/>
              <a:defRPr sz="8300" b="1"/>
            </a:lvl2pPr>
            <a:lvl3pPr marL="3761999" indent="0">
              <a:buNone/>
              <a:defRPr sz="7400" b="1"/>
            </a:lvl3pPr>
            <a:lvl4pPr marL="5642999" indent="0">
              <a:buNone/>
              <a:defRPr sz="6600" b="1"/>
            </a:lvl4pPr>
            <a:lvl5pPr marL="7523998" indent="0">
              <a:buNone/>
              <a:defRPr sz="6600" b="1"/>
            </a:lvl5pPr>
            <a:lvl6pPr marL="9404998" indent="0">
              <a:buNone/>
              <a:defRPr sz="6600" b="1"/>
            </a:lvl6pPr>
            <a:lvl7pPr marL="11285997" indent="0">
              <a:buNone/>
              <a:defRPr sz="6600" b="1"/>
            </a:lvl7pPr>
            <a:lvl8pPr marL="13166997" indent="0">
              <a:buNone/>
              <a:defRPr sz="6600" b="1"/>
            </a:lvl8pPr>
            <a:lvl9pPr marL="15047996" indent="0">
              <a:buNone/>
              <a:defRPr sz="6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2" y="13919204"/>
            <a:ext cx="14550390" cy="25288243"/>
          </a:xfrm>
        </p:spPr>
        <p:txBody>
          <a:bodyPr/>
          <a:lstStyle>
            <a:lvl1pPr>
              <a:defRPr sz="9900"/>
            </a:lvl1pPr>
            <a:lvl2pPr>
              <a:defRPr sz="8300"/>
            </a:lvl2pPr>
            <a:lvl3pPr>
              <a:defRPr sz="7400"/>
            </a:lvl3pPr>
            <a:lvl4pPr>
              <a:defRPr sz="6600"/>
            </a:lvl4pPr>
            <a:lvl5pPr>
              <a:defRPr sz="6600"/>
            </a:lvl5pPr>
            <a:lvl6pPr>
              <a:defRPr sz="6600"/>
            </a:lvl6pPr>
            <a:lvl7pPr>
              <a:defRPr sz="6600"/>
            </a:lvl7pPr>
            <a:lvl8pPr>
              <a:defRPr sz="6600"/>
            </a:lvl8pPr>
            <a:lvl9pPr>
              <a:defRPr sz="6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0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8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42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8" y="1747520"/>
            <a:ext cx="10829927" cy="7437120"/>
          </a:xfrm>
        </p:spPr>
        <p:txBody>
          <a:bodyPr anchor="b"/>
          <a:lstStyle>
            <a:lvl1pPr algn="l">
              <a:defRPr sz="8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1747523"/>
            <a:ext cx="18402300" cy="37459924"/>
          </a:xfrm>
        </p:spPr>
        <p:txBody>
          <a:bodyPr/>
          <a:lstStyle>
            <a:lvl1pPr>
              <a:defRPr sz="13200"/>
            </a:lvl1pPr>
            <a:lvl2pPr>
              <a:defRPr sz="11600"/>
            </a:lvl2pPr>
            <a:lvl3pPr>
              <a:defRPr sz="9900"/>
            </a:lvl3pPr>
            <a:lvl4pPr>
              <a:defRPr sz="8300"/>
            </a:lvl4pPr>
            <a:lvl5pPr>
              <a:defRPr sz="8300"/>
            </a:lvl5pPr>
            <a:lvl6pPr>
              <a:defRPr sz="8300"/>
            </a:lvl6pPr>
            <a:lvl7pPr>
              <a:defRPr sz="8300"/>
            </a:lvl7pPr>
            <a:lvl8pPr>
              <a:defRPr sz="8300"/>
            </a:lvl8pPr>
            <a:lvl9pPr>
              <a:defRPr sz="8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8" y="9184643"/>
            <a:ext cx="10829927" cy="30022804"/>
          </a:xfrm>
        </p:spPr>
        <p:txBody>
          <a:bodyPr/>
          <a:lstStyle>
            <a:lvl1pPr marL="0" indent="0">
              <a:buNone/>
              <a:defRPr sz="5800"/>
            </a:lvl1pPr>
            <a:lvl2pPr marL="1881000" indent="0">
              <a:buNone/>
              <a:defRPr sz="5000"/>
            </a:lvl2pPr>
            <a:lvl3pPr marL="3761999" indent="0">
              <a:buNone/>
              <a:defRPr sz="4100"/>
            </a:lvl3pPr>
            <a:lvl4pPr marL="5642999" indent="0">
              <a:buNone/>
              <a:defRPr sz="3700"/>
            </a:lvl4pPr>
            <a:lvl5pPr marL="7523998" indent="0">
              <a:buNone/>
              <a:defRPr sz="3700"/>
            </a:lvl5pPr>
            <a:lvl6pPr marL="9404998" indent="0">
              <a:buNone/>
              <a:defRPr sz="3700"/>
            </a:lvl6pPr>
            <a:lvl7pPr marL="11285997" indent="0">
              <a:buNone/>
              <a:defRPr sz="3700"/>
            </a:lvl7pPr>
            <a:lvl8pPr marL="13166997" indent="0">
              <a:buNone/>
              <a:defRPr sz="3700"/>
            </a:lvl8pPr>
            <a:lvl9pPr marL="15047996" indent="0">
              <a:buNone/>
              <a:defRPr sz="3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4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30723843"/>
            <a:ext cx="19751040" cy="3627124"/>
          </a:xfrm>
        </p:spPr>
        <p:txBody>
          <a:bodyPr anchor="b"/>
          <a:lstStyle>
            <a:lvl1pPr algn="l">
              <a:defRPr sz="8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3921760"/>
            <a:ext cx="19751040" cy="26334720"/>
          </a:xfrm>
        </p:spPr>
        <p:txBody>
          <a:bodyPr/>
          <a:lstStyle>
            <a:lvl1pPr marL="0" indent="0">
              <a:buNone/>
              <a:defRPr sz="13200"/>
            </a:lvl1pPr>
            <a:lvl2pPr marL="1881000" indent="0">
              <a:buNone/>
              <a:defRPr sz="11600"/>
            </a:lvl2pPr>
            <a:lvl3pPr marL="3761999" indent="0">
              <a:buNone/>
              <a:defRPr sz="9900"/>
            </a:lvl3pPr>
            <a:lvl4pPr marL="5642999" indent="0">
              <a:buNone/>
              <a:defRPr sz="8300"/>
            </a:lvl4pPr>
            <a:lvl5pPr marL="7523998" indent="0">
              <a:buNone/>
              <a:defRPr sz="8300"/>
            </a:lvl5pPr>
            <a:lvl6pPr marL="9404998" indent="0">
              <a:buNone/>
              <a:defRPr sz="8300"/>
            </a:lvl6pPr>
            <a:lvl7pPr marL="11285997" indent="0">
              <a:buNone/>
              <a:defRPr sz="8300"/>
            </a:lvl7pPr>
            <a:lvl8pPr marL="13166997" indent="0">
              <a:buNone/>
              <a:defRPr sz="8300"/>
            </a:lvl8pPr>
            <a:lvl9pPr marL="15047996" indent="0">
              <a:buNone/>
              <a:defRPr sz="8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34350967"/>
            <a:ext cx="19751040" cy="5151116"/>
          </a:xfrm>
        </p:spPr>
        <p:txBody>
          <a:bodyPr/>
          <a:lstStyle>
            <a:lvl1pPr marL="0" indent="0">
              <a:buNone/>
              <a:defRPr sz="5800"/>
            </a:lvl1pPr>
            <a:lvl2pPr marL="1881000" indent="0">
              <a:buNone/>
              <a:defRPr sz="5000"/>
            </a:lvl2pPr>
            <a:lvl3pPr marL="3761999" indent="0">
              <a:buNone/>
              <a:defRPr sz="4100"/>
            </a:lvl3pPr>
            <a:lvl4pPr marL="5642999" indent="0">
              <a:buNone/>
              <a:defRPr sz="3700"/>
            </a:lvl4pPr>
            <a:lvl5pPr marL="7523998" indent="0">
              <a:buNone/>
              <a:defRPr sz="3700"/>
            </a:lvl5pPr>
            <a:lvl6pPr marL="9404998" indent="0">
              <a:buNone/>
              <a:defRPr sz="3700"/>
            </a:lvl6pPr>
            <a:lvl7pPr marL="11285997" indent="0">
              <a:buNone/>
              <a:defRPr sz="3700"/>
            </a:lvl7pPr>
            <a:lvl8pPr marL="13166997" indent="0">
              <a:buNone/>
              <a:defRPr sz="3700"/>
            </a:lvl8pPr>
            <a:lvl9pPr marL="15047996" indent="0">
              <a:buNone/>
              <a:defRPr sz="3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6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7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650996" y="9377687"/>
            <a:ext cx="41473757" cy="1997252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18305" y="9377687"/>
            <a:ext cx="123884053" cy="1997252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70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1757683"/>
            <a:ext cx="29626560" cy="7315200"/>
          </a:xfrm>
          <a:prstGeom prst="rect">
            <a:avLst/>
          </a:prstGeom>
        </p:spPr>
        <p:txBody>
          <a:bodyPr vert="horz" lIns="376209" tIns="188105" rIns="376209" bIns="18810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10241288"/>
            <a:ext cx="29626560" cy="28966163"/>
          </a:xfrm>
          <a:prstGeom prst="rect">
            <a:avLst/>
          </a:prstGeom>
        </p:spPr>
        <p:txBody>
          <a:bodyPr vert="horz" lIns="376209" tIns="188105" rIns="376209" bIns="18810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40680645"/>
            <a:ext cx="7680960" cy="2336800"/>
          </a:xfrm>
          <a:prstGeom prst="rect">
            <a:avLst/>
          </a:prstGeom>
        </p:spPr>
        <p:txBody>
          <a:bodyPr vert="horz" lIns="376209" tIns="188105" rIns="376209" bIns="188105" rtlCol="0" anchor="ctr"/>
          <a:lstStyle>
            <a:lvl1pPr algn="l">
              <a:defRPr sz="5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40680645"/>
            <a:ext cx="10424160" cy="2336800"/>
          </a:xfrm>
          <a:prstGeom prst="rect">
            <a:avLst/>
          </a:prstGeom>
        </p:spPr>
        <p:txBody>
          <a:bodyPr vert="horz" lIns="376209" tIns="188105" rIns="376209" bIns="188105" rtlCol="0" anchor="ctr"/>
          <a:lstStyle>
            <a:lvl1pPr algn="ctr">
              <a:defRPr sz="5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40680645"/>
            <a:ext cx="7680960" cy="2336800"/>
          </a:xfrm>
          <a:prstGeom prst="rect">
            <a:avLst/>
          </a:prstGeom>
        </p:spPr>
        <p:txBody>
          <a:bodyPr vert="horz" lIns="376209" tIns="188105" rIns="376209" bIns="188105" rtlCol="0" anchor="ctr"/>
          <a:lstStyle>
            <a:lvl1pPr algn="r">
              <a:defRPr sz="5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5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881000" rtl="0" eaLnBrk="1" latinLnBrk="0" hangingPunct="1">
        <a:spcBef>
          <a:spcPct val="0"/>
        </a:spcBef>
        <a:buNone/>
        <a:defRPr sz="18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0750" indent="-1410750" algn="l" defTabSz="1881000" rtl="0" eaLnBrk="1" latinLnBrk="0" hangingPunct="1">
        <a:spcBef>
          <a:spcPct val="20000"/>
        </a:spcBef>
        <a:buFont typeface="Arial"/>
        <a:buChar char="•"/>
        <a:defRPr sz="13200" kern="1200">
          <a:solidFill>
            <a:schemeClr val="tx1"/>
          </a:solidFill>
          <a:latin typeface="+mn-lt"/>
          <a:ea typeface="+mn-ea"/>
          <a:cs typeface="+mn-cs"/>
        </a:defRPr>
      </a:lvl1pPr>
      <a:lvl2pPr marL="3056624" indent="-1175624" algn="l" defTabSz="1881000" rtl="0" eaLnBrk="1" latinLnBrk="0" hangingPunct="1">
        <a:spcBef>
          <a:spcPct val="20000"/>
        </a:spcBef>
        <a:buFont typeface="Arial"/>
        <a:buChar char="–"/>
        <a:defRPr sz="11600" kern="1200">
          <a:solidFill>
            <a:schemeClr val="tx1"/>
          </a:solidFill>
          <a:latin typeface="+mn-lt"/>
          <a:ea typeface="+mn-ea"/>
          <a:cs typeface="+mn-cs"/>
        </a:defRPr>
      </a:lvl2pPr>
      <a:lvl3pPr marL="4702499" indent="-940499" algn="l" defTabSz="1881000" rtl="0" eaLnBrk="1" latinLnBrk="0" hangingPunct="1">
        <a:spcBef>
          <a:spcPct val="20000"/>
        </a:spcBef>
        <a:buFont typeface="Arial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499" indent="-940499" algn="l" defTabSz="1881000" rtl="0" eaLnBrk="1" latinLnBrk="0" hangingPunct="1">
        <a:spcBef>
          <a:spcPct val="20000"/>
        </a:spcBef>
        <a:buFont typeface="Arial"/>
        <a:buChar char="–"/>
        <a:defRPr sz="8300" kern="1200">
          <a:solidFill>
            <a:schemeClr val="tx1"/>
          </a:solidFill>
          <a:latin typeface="+mn-lt"/>
          <a:ea typeface="+mn-ea"/>
          <a:cs typeface="+mn-cs"/>
        </a:defRPr>
      </a:lvl4pPr>
      <a:lvl5pPr marL="8464498" indent="-940499" algn="l" defTabSz="1881000" rtl="0" eaLnBrk="1" latinLnBrk="0" hangingPunct="1">
        <a:spcBef>
          <a:spcPct val="20000"/>
        </a:spcBef>
        <a:buFont typeface="Arial"/>
        <a:buChar char="»"/>
        <a:defRPr sz="8300" kern="1200">
          <a:solidFill>
            <a:schemeClr val="tx1"/>
          </a:solidFill>
          <a:latin typeface="+mn-lt"/>
          <a:ea typeface="+mn-ea"/>
          <a:cs typeface="+mn-cs"/>
        </a:defRPr>
      </a:lvl5pPr>
      <a:lvl6pPr marL="10345497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6pPr>
      <a:lvl7pPr marL="12226496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7pPr>
      <a:lvl8pPr marL="14107496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8pPr>
      <a:lvl9pPr marL="15988496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1pPr>
      <a:lvl2pPr marL="1881000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761999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5642999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7523998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9404998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1285997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3166997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047996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4380" y="823388"/>
            <a:ext cx="30278004" cy="363176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9800" dirty="0"/>
              <a:t>Research Poster Title</a:t>
            </a:r>
          </a:p>
          <a:p>
            <a:pPr algn="ctr"/>
            <a:r>
              <a:rPr lang="en-US" sz="6600" b="1" dirty="0"/>
              <a:t>RISE </a:t>
            </a:r>
            <a:r>
              <a:rPr lang="en-US" sz="6600" b="1" dirty="0">
                <a:solidFill>
                  <a:srgbClr val="FF0000"/>
                </a:solidFill>
                <a:highlight>
                  <a:srgbClr val="FFFF00"/>
                </a:highlight>
              </a:rPr>
              <a:t>Practicum Student </a:t>
            </a:r>
            <a:r>
              <a:rPr lang="en-US" sz="6600" b="1" dirty="0"/>
              <a:t>FN and LN</a:t>
            </a:r>
            <a:r>
              <a:rPr lang="en-US" sz="6600" b="1" baseline="30000" dirty="0"/>
              <a:t>1,2</a:t>
            </a:r>
            <a:r>
              <a:rPr lang="en-US" sz="6600" b="1" dirty="0"/>
              <a:t>, Other Contributors</a:t>
            </a:r>
            <a:r>
              <a:rPr lang="en-US" sz="6600" b="1" baseline="30000" dirty="0"/>
              <a:t>2</a:t>
            </a:r>
            <a:r>
              <a:rPr lang="en-US" sz="6600" b="1" dirty="0"/>
              <a:t>, Instructor</a:t>
            </a:r>
            <a:r>
              <a:rPr lang="en-US" sz="6600" b="1" baseline="30000" dirty="0"/>
              <a:t>2</a:t>
            </a:r>
            <a:endParaRPr lang="en-US" sz="6600" b="1" dirty="0"/>
          </a:p>
          <a:p>
            <a:pPr algn="ctr"/>
            <a:r>
              <a:rPr lang="en-US" sz="6600" dirty="0"/>
              <a:t>RISE Student High School Name, HS Address</a:t>
            </a:r>
            <a:r>
              <a:rPr lang="en-US" sz="6600" baseline="30000" dirty="0"/>
              <a:t>1</a:t>
            </a:r>
            <a:r>
              <a:rPr lang="en-US" sz="6600" dirty="0"/>
              <a:t>, Institution Name, Institution Address</a:t>
            </a:r>
            <a:r>
              <a:rPr lang="en-US" sz="6600" baseline="30000" dirty="0"/>
              <a:t>2</a:t>
            </a:r>
            <a:endParaRPr lang="en-US" sz="6600" dirty="0"/>
          </a:p>
        </p:txBody>
      </p:sp>
      <p:sp>
        <p:nvSpPr>
          <p:cNvPr id="18" name="Rounded Rectangle 17"/>
          <p:cNvSpPr/>
          <p:nvPr/>
        </p:nvSpPr>
        <p:spPr>
          <a:xfrm>
            <a:off x="837225" y="22335543"/>
            <a:ext cx="8073814" cy="2055033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182991" y="5378649"/>
            <a:ext cx="2707147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54" y="34308273"/>
            <a:ext cx="4040141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29272" y="39199581"/>
            <a:ext cx="7095913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Acknowledgements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189037" y="5007631"/>
            <a:ext cx="7938831" cy="28468752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930071" y="5296813"/>
            <a:ext cx="4694316" cy="212365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Discussion/</a:t>
            </a:r>
          </a:p>
          <a:p>
            <a:pPr algn="ctr"/>
            <a:r>
              <a:rPr lang="en-US" sz="6600" b="1" dirty="0"/>
              <a:t>Conclusions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100" y="22703187"/>
            <a:ext cx="3339115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6284" y="5378649"/>
            <a:ext cx="4568746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Introduction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0269" y="5007632"/>
            <a:ext cx="13726885" cy="3795148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24189037" y="38842984"/>
            <a:ext cx="7965776" cy="4116135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>
            <a:off x="24189037" y="34028865"/>
            <a:ext cx="7965776" cy="426163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837225" y="5007632"/>
            <a:ext cx="8046867" cy="16775428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85" y="467788"/>
            <a:ext cx="4312197" cy="193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6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4380" y="823388"/>
            <a:ext cx="30278004" cy="363176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9800" dirty="0"/>
              <a:t>Research Poster Title</a:t>
            </a:r>
          </a:p>
          <a:p>
            <a:pPr algn="ctr"/>
            <a:r>
              <a:rPr lang="en-US" sz="6600" b="1" dirty="0"/>
              <a:t>RISE </a:t>
            </a:r>
            <a:r>
              <a:rPr lang="en-US" sz="6600" b="1" dirty="0">
                <a:solidFill>
                  <a:srgbClr val="FF0000"/>
                </a:solidFill>
                <a:highlight>
                  <a:srgbClr val="FFFF00"/>
                </a:highlight>
              </a:rPr>
              <a:t>Intern</a:t>
            </a:r>
            <a:r>
              <a:rPr lang="en-US" sz="6600" b="1" dirty="0"/>
              <a:t> FN and LN</a:t>
            </a:r>
            <a:r>
              <a:rPr lang="en-US" sz="6600" b="1" baseline="30000" dirty="0"/>
              <a:t>1,2</a:t>
            </a:r>
            <a:r>
              <a:rPr lang="en-US" sz="6600" b="1" dirty="0"/>
              <a:t>, Other Lab Contributors</a:t>
            </a:r>
            <a:r>
              <a:rPr lang="en-US" sz="6600" b="1" baseline="30000" dirty="0"/>
              <a:t>2</a:t>
            </a:r>
            <a:r>
              <a:rPr lang="en-US" sz="6600" b="1" dirty="0"/>
              <a:t>, Professor</a:t>
            </a:r>
            <a:r>
              <a:rPr lang="en-US" sz="6600" b="1" baseline="30000" dirty="0"/>
              <a:t>2</a:t>
            </a:r>
            <a:endParaRPr lang="en-US" sz="6600" b="1" dirty="0"/>
          </a:p>
          <a:p>
            <a:pPr algn="ctr"/>
            <a:r>
              <a:rPr lang="en-US" sz="6600" dirty="0"/>
              <a:t>RISE Intern High School Name, HS Address</a:t>
            </a:r>
            <a:r>
              <a:rPr lang="en-US" sz="6600" baseline="30000" dirty="0"/>
              <a:t>1</a:t>
            </a:r>
            <a:r>
              <a:rPr lang="en-US" sz="6600" dirty="0"/>
              <a:t>, Institution Name, Institution Address</a:t>
            </a:r>
            <a:r>
              <a:rPr lang="en-US" sz="6600" baseline="30000" dirty="0"/>
              <a:t>2</a:t>
            </a:r>
            <a:endParaRPr lang="en-US" sz="6600" dirty="0"/>
          </a:p>
        </p:txBody>
      </p:sp>
      <p:sp>
        <p:nvSpPr>
          <p:cNvPr id="18" name="Rounded Rectangle 17"/>
          <p:cNvSpPr/>
          <p:nvPr/>
        </p:nvSpPr>
        <p:spPr>
          <a:xfrm>
            <a:off x="837224" y="34075839"/>
            <a:ext cx="21122945" cy="8810041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109808" y="5378649"/>
            <a:ext cx="2707147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16923" y="34075839"/>
            <a:ext cx="4040141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89037" y="38873983"/>
            <a:ext cx="7095913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Acknowledgements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591060" y="5007631"/>
            <a:ext cx="9563754" cy="28468752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04684" y="5378649"/>
            <a:ext cx="4694316" cy="212365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Discussion/</a:t>
            </a:r>
          </a:p>
          <a:p>
            <a:pPr algn="ctr"/>
            <a:r>
              <a:rPr lang="en-US" sz="6600" b="1" dirty="0"/>
              <a:t>Conclusions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9138" y="34310047"/>
            <a:ext cx="3339115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8745" y="5433613"/>
            <a:ext cx="4568746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Introduction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39906" y="5007632"/>
            <a:ext cx="10820263" cy="28468751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22591060" y="38842984"/>
            <a:ext cx="9563753" cy="4116135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>
            <a:off x="22591060" y="34028865"/>
            <a:ext cx="9563753" cy="426163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837225" y="5007631"/>
            <a:ext cx="9671790" cy="28468751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25" y="823388"/>
            <a:ext cx="4312197" cy="193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41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76200" cmpd="sng">
          <a:solidFill>
            <a:schemeClr val="tx1"/>
          </a:solidFill>
        </a:ln>
        <a:effectLst/>
      </a:spPr>
      <a:bodyPr lIns="91438" tIns="45719" rIns="91438" bIns="45719"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f954a46-ab4f-4ef1-b72b-8f7e89c4546f" xsi:nil="true"/>
    <lcf76f155ced4ddcb4097134ff3c332f xmlns="c183391b-b66e-4320-b008-72e00474d11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CF4CCF2804154787FE44712ADF5DBC" ma:contentTypeVersion="11" ma:contentTypeDescription="Create a new document." ma:contentTypeScope="" ma:versionID="eabd65b4d5d245c9b48b8a74641a9410">
  <xsd:schema xmlns:xsd="http://www.w3.org/2001/XMLSchema" xmlns:xs="http://www.w3.org/2001/XMLSchema" xmlns:p="http://schemas.microsoft.com/office/2006/metadata/properties" xmlns:ns2="c183391b-b66e-4320-b008-72e00474d11f" xmlns:ns3="9f954a46-ab4f-4ef1-b72b-8f7e89c4546f" targetNamespace="http://schemas.microsoft.com/office/2006/metadata/properties" ma:root="true" ma:fieldsID="c346e909859880a5877938c1b3cacfed" ns2:_="" ns3:_="">
    <xsd:import namespace="c183391b-b66e-4320-b008-72e00474d11f"/>
    <xsd:import namespace="9f954a46-ab4f-4ef1-b72b-8f7e89c4546f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3391b-b66e-4320-b008-72e00474d11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30fdde71-3d84-4f2a-8a39-a81d5da30a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954a46-ab4f-4ef1-b72b-8f7e89c4546f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584e5de-7e7c-447a-a7bf-c1598a85468f}" ma:internalName="TaxCatchAll" ma:showField="CatchAllData" ma:web="9f954a46-ab4f-4ef1-b72b-8f7e89c454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9FF738-62BE-4CBA-9ACC-F010B63A0018}">
  <ds:schemaRefs>
    <ds:schemaRef ds:uri="http://schemas.microsoft.com/office/2006/metadata/properties"/>
    <ds:schemaRef ds:uri="http://schemas.microsoft.com/office/infopath/2007/PartnerControls"/>
    <ds:schemaRef ds:uri="9f954a46-ab4f-4ef1-b72b-8f7e89c4546f"/>
    <ds:schemaRef ds:uri="c183391b-b66e-4320-b008-72e00474d11f"/>
  </ds:schemaRefs>
</ds:datastoreItem>
</file>

<file path=customXml/itemProps2.xml><?xml version="1.0" encoding="utf-8"?>
<ds:datastoreItem xmlns:ds="http://schemas.openxmlformats.org/officeDocument/2006/customXml" ds:itemID="{AC3D3F8A-5FA7-46A3-880D-0889BB90CD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3391b-b66e-4320-b008-72e00474d11f"/>
    <ds:schemaRef ds:uri="9f954a46-ab4f-4ef1-b72b-8f7e89c454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277653-0E04-49B9-BEE8-112CA445CD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72</Words>
  <Application>Microsoft Office PowerPoint</Application>
  <PresentationFormat>Custom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Cornell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Greenswag</dc:creator>
  <cp:lastModifiedBy>Speth, Mary Kathleen</cp:lastModifiedBy>
  <cp:revision>230</cp:revision>
  <cp:lastPrinted>2014-04-24T13:35:43Z</cp:lastPrinted>
  <dcterms:created xsi:type="dcterms:W3CDTF">2014-04-07T21:10:39Z</dcterms:created>
  <dcterms:modified xsi:type="dcterms:W3CDTF">2026-07-22T17:48:01Z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0x010100DACF4CCF2804154787FE44712ADF5DBC</vt:lpwstr>
  </property>
  <property fmtid="{D5CDD505-2E9C-101B-9397-08002B2CF9AE}" pid="3" name="MediaServiceImageTags">
    <vt:lpwstr/>
  </property>
</Properties>
</file>