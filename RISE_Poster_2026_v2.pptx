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sldIdLst>
    <p:sldId id="256" r:id="rId5"/>
  </p:sldIdLst>
  <p:sldSz cx="32918400" cy="43891200"/>
  <p:notesSz cx="6858000" cy="9144000"/>
  <p:defaultTextStyle>
    <a:defPPr>
      <a:defRPr lang="en-US"/>
    </a:defPPr>
    <a:lvl1pPr marL="0" algn="l" defTabSz="1881047" rtl="0" eaLnBrk="1" latinLnBrk="0" hangingPunct="1">
      <a:defRPr sz="7400" kern="1200">
        <a:solidFill>
          <a:schemeClr val="tx1"/>
        </a:solidFill>
        <a:latin typeface="+mn-lt"/>
        <a:ea typeface="+mn-ea"/>
        <a:cs typeface="+mn-cs"/>
      </a:defRPr>
    </a:lvl1pPr>
    <a:lvl2pPr marL="1881047" algn="l" defTabSz="1881047" rtl="0" eaLnBrk="1" latinLnBrk="0" hangingPunct="1">
      <a:defRPr sz="7400" kern="1200">
        <a:solidFill>
          <a:schemeClr val="tx1"/>
        </a:solidFill>
        <a:latin typeface="+mn-lt"/>
        <a:ea typeface="+mn-ea"/>
        <a:cs typeface="+mn-cs"/>
      </a:defRPr>
    </a:lvl2pPr>
    <a:lvl3pPr marL="3762093" algn="l" defTabSz="1881047" rtl="0" eaLnBrk="1" latinLnBrk="0" hangingPunct="1">
      <a:defRPr sz="7400" kern="1200">
        <a:solidFill>
          <a:schemeClr val="tx1"/>
        </a:solidFill>
        <a:latin typeface="+mn-lt"/>
        <a:ea typeface="+mn-ea"/>
        <a:cs typeface="+mn-cs"/>
      </a:defRPr>
    </a:lvl3pPr>
    <a:lvl4pPr marL="5643140" algn="l" defTabSz="1881047" rtl="0" eaLnBrk="1" latinLnBrk="0" hangingPunct="1">
      <a:defRPr sz="7400" kern="1200">
        <a:solidFill>
          <a:schemeClr val="tx1"/>
        </a:solidFill>
        <a:latin typeface="+mn-lt"/>
        <a:ea typeface="+mn-ea"/>
        <a:cs typeface="+mn-cs"/>
      </a:defRPr>
    </a:lvl4pPr>
    <a:lvl5pPr marL="7524186" algn="l" defTabSz="1881047" rtl="0" eaLnBrk="1" latinLnBrk="0" hangingPunct="1">
      <a:defRPr sz="7400" kern="1200">
        <a:solidFill>
          <a:schemeClr val="tx1"/>
        </a:solidFill>
        <a:latin typeface="+mn-lt"/>
        <a:ea typeface="+mn-ea"/>
        <a:cs typeface="+mn-cs"/>
      </a:defRPr>
    </a:lvl5pPr>
    <a:lvl6pPr marL="9405233" algn="l" defTabSz="1881047" rtl="0" eaLnBrk="1" latinLnBrk="0" hangingPunct="1">
      <a:defRPr sz="7400" kern="1200">
        <a:solidFill>
          <a:schemeClr val="tx1"/>
        </a:solidFill>
        <a:latin typeface="+mn-lt"/>
        <a:ea typeface="+mn-ea"/>
        <a:cs typeface="+mn-cs"/>
      </a:defRPr>
    </a:lvl6pPr>
    <a:lvl7pPr marL="11286279" algn="l" defTabSz="1881047" rtl="0" eaLnBrk="1" latinLnBrk="0" hangingPunct="1">
      <a:defRPr sz="7400" kern="1200">
        <a:solidFill>
          <a:schemeClr val="tx1"/>
        </a:solidFill>
        <a:latin typeface="+mn-lt"/>
        <a:ea typeface="+mn-ea"/>
        <a:cs typeface="+mn-cs"/>
      </a:defRPr>
    </a:lvl7pPr>
    <a:lvl8pPr marL="13167326" algn="l" defTabSz="1881047" rtl="0" eaLnBrk="1" latinLnBrk="0" hangingPunct="1">
      <a:defRPr sz="7400" kern="1200">
        <a:solidFill>
          <a:schemeClr val="tx1"/>
        </a:solidFill>
        <a:latin typeface="+mn-lt"/>
        <a:ea typeface="+mn-ea"/>
        <a:cs typeface="+mn-cs"/>
      </a:defRPr>
    </a:lvl8pPr>
    <a:lvl9pPr marL="15048372" algn="l" defTabSz="1881047"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756" userDrawn="1">
          <p15:clr>
            <a:srgbClr val="A4A3A4"/>
          </p15:clr>
        </p15:guide>
        <p15:guide id="2" pos="17588" userDrawn="1">
          <p15:clr>
            <a:srgbClr val="A4A3A4"/>
          </p15:clr>
        </p15:guide>
        <p15:guide id="3" pos="2025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3194" autoAdjust="0"/>
    <p:restoredTop sz="50000" autoAdjust="0"/>
  </p:normalViewPr>
  <p:slideViewPr>
    <p:cSldViewPr snapToGrid="0" snapToObjects="1" showGuides="1">
      <p:cViewPr varScale="1">
        <p:scale>
          <a:sx n="25" d="100"/>
          <a:sy n="25" d="100"/>
        </p:scale>
        <p:origin x="4724" y="112"/>
      </p:cViewPr>
      <p:guideLst>
        <p:guide orient="horz" pos="9756"/>
        <p:guide pos="17588"/>
        <p:guide pos="20255"/>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peth, Mary Kathleen" userId="4923e5e0-4398-4d88-a6fa-45b9eebd9654" providerId="ADAL" clId="{F3E12FFB-9DA5-4F94-BDBD-99B81221C333}"/>
    <pc:docChg chg="modSld">
      <pc:chgData name="Speth, Mary Kathleen" userId="4923e5e0-4398-4d88-a6fa-45b9eebd9654" providerId="ADAL" clId="{F3E12FFB-9DA5-4F94-BDBD-99B81221C333}" dt="2026-07-22T17:47:55.408" v="24" actId="207"/>
      <pc:docMkLst>
        <pc:docMk/>
      </pc:docMkLst>
      <pc:sldChg chg="modSp mod">
        <pc:chgData name="Speth, Mary Kathleen" userId="4923e5e0-4398-4d88-a6fa-45b9eebd9654" providerId="ADAL" clId="{F3E12FFB-9DA5-4F94-BDBD-99B81221C333}" dt="2026-07-22T17:47:55.408" v="24" actId="207"/>
        <pc:sldMkLst>
          <pc:docMk/>
          <pc:sldMk cId="1508868815" sldId="256"/>
        </pc:sldMkLst>
        <pc:spChg chg="mod">
          <ac:chgData name="Speth, Mary Kathleen" userId="4923e5e0-4398-4d88-a6fa-45b9eebd9654" providerId="ADAL" clId="{F3E12FFB-9DA5-4F94-BDBD-99B81221C333}" dt="2026-07-22T17:47:55.408" v="24" actId="207"/>
          <ac:spMkLst>
            <pc:docMk/>
            <pc:sldMk cId="1508868815" sldId="256"/>
            <ac:spMk id="5" creationId="{00000000-0000-0000-0000-000000000000}"/>
          </ac:spMkLst>
        </pc:spChg>
        <pc:picChg chg="mod">
          <ac:chgData name="Speth, Mary Kathleen" userId="4923e5e0-4398-4d88-a6fa-45b9eebd9654" providerId="ADAL" clId="{F3E12FFB-9DA5-4F94-BDBD-99B81221C333}" dt="2026-07-22T17:47:38.437" v="21" actId="1076"/>
          <ac:picMkLst>
            <pc:docMk/>
            <pc:sldMk cId="1508868815" sldId="256"/>
            <ac:picMk id="2" creationId="{00000000-0000-0000-0000-000000000000}"/>
          </ac:picMkLst>
        </pc:picChg>
      </pc:sldChg>
      <pc:sldChg chg="modSp mod">
        <pc:chgData name="Speth, Mary Kathleen" userId="4923e5e0-4398-4d88-a6fa-45b9eebd9654" providerId="ADAL" clId="{F3E12FFB-9DA5-4F94-BDBD-99B81221C333}" dt="2026-07-22T17:47:26.693" v="1" actId="13926"/>
        <pc:sldMkLst>
          <pc:docMk/>
          <pc:sldMk cId="2822941840" sldId="257"/>
        </pc:sldMkLst>
        <pc:spChg chg="mod">
          <ac:chgData name="Speth, Mary Kathleen" userId="4923e5e0-4398-4d88-a6fa-45b9eebd9654" providerId="ADAL" clId="{F3E12FFB-9DA5-4F94-BDBD-99B81221C333}" dt="2026-07-22T17:47:26.693" v="1" actId="13926"/>
          <ac:spMkLst>
            <pc:docMk/>
            <pc:sldMk cId="2822941840" sldId="257"/>
            <ac:spMk id="5"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13634724"/>
            <a:ext cx="27980640" cy="9408160"/>
          </a:xfrm>
        </p:spPr>
        <p:txBody>
          <a:bodyPr/>
          <a:lstStyle/>
          <a:p>
            <a:r>
              <a:rPr lang="en-US"/>
              <a:t>Click to edit Master title style</a:t>
            </a:r>
          </a:p>
        </p:txBody>
      </p:sp>
      <p:sp>
        <p:nvSpPr>
          <p:cNvPr id="3" name="Subtitle 2"/>
          <p:cNvSpPr>
            <a:spLocks noGrp="1"/>
          </p:cNvSpPr>
          <p:nvPr>
            <p:ph type="subTitle" idx="1"/>
          </p:nvPr>
        </p:nvSpPr>
        <p:spPr>
          <a:xfrm>
            <a:off x="4937760" y="24871680"/>
            <a:ext cx="23042880" cy="11216640"/>
          </a:xfrm>
        </p:spPr>
        <p:txBody>
          <a:bodyPr/>
          <a:lstStyle>
            <a:lvl1pPr marL="0" indent="0" algn="ctr">
              <a:buNone/>
              <a:defRPr>
                <a:solidFill>
                  <a:schemeClr val="tx1">
                    <a:tint val="75000"/>
                  </a:schemeClr>
                </a:solidFill>
              </a:defRPr>
            </a:lvl1pPr>
            <a:lvl2pPr marL="1881000" indent="0" algn="ctr">
              <a:buNone/>
              <a:defRPr>
                <a:solidFill>
                  <a:schemeClr val="tx1">
                    <a:tint val="75000"/>
                  </a:schemeClr>
                </a:solidFill>
              </a:defRPr>
            </a:lvl2pPr>
            <a:lvl3pPr marL="3761999" indent="0" algn="ctr">
              <a:buNone/>
              <a:defRPr>
                <a:solidFill>
                  <a:schemeClr val="tx1">
                    <a:tint val="75000"/>
                  </a:schemeClr>
                </a:solidFill>
              </a:defRPr>
            </a:lvl3pPr>
            <a:lvl4pPr marL="5642999" indent="0" algn="ctr">
              <a:buNone/>
              <a:defRPr>
                <a:solidFill>
                  <a:schemeClr val="tx1">
                    <a:tint val="75000"/>
                  </a:schemeClr>
                </a:solidFill>
              </a:defRPr>
            </a:lvl4pPr>
            <a:lvl5pPr marL="7523998" indent="0" algn="ctr">
              <a:buNone/>
              <a:defRPr>
                <a:solidFill>
                  <a:schemeClr val="tx1">
                    <a:tint val="75000"/>
                  </a:schemeClr>
                </a:solidFill>
              </a:defRPr>
            </a:lvl5pPr>
            <a:lvl6pPr marL="9404998" indent="0" algn="ctr">
              <a:buNone/>
              <a:defRPr>
                <a:solidFill>
                  <a:schemeClr val="tx1">
                    <a:tint val="75000"/>
                  </a:schemeClr>
                </a:solidFill>
              </a:defRPr>
            </a:lvl6pPr>
            <a:lvl7pPr marL="11285997" indent="0" algn="ctr">
              <a:buNone/>
              <a:defRPr>
                <a:solidFill>
                  <a:schemeClr val="tx1">
                    <a:tint val="75000"/>
                  </a:schemeClr>
                </a:solidFill>
              </a:defRPr>
            </a:lvl7pPr>
            <a:lvl8pPr marL="13166997" indent="0" algn="ctr">
              <a:buNone/>
              <a:defRPr>
                <a:solidFill>
                  <a:schemeClr val="tx1">
                    <a:tint val="75000"/>
                  </a:schemeClr>
                </a:solidFill>
              </a:defRPr>
            </a:lvl8pPr>
            <a:lvl9pPr marL="15047996"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F6C9A68-3435-DD44-89FC-3BBEC56B694F}"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B0CEE19-EA7F-294B-8444-B8587F7CBBFC}" type="slidenum">
              <a:rPr lang="en-US" smtClean="0"/>
              <a:t>‹#›</a:t>
            </a:fld>
            <a:endParaRPr lang="en-US"/>
          </a:p>
        </p:txBody>
      </p:sp>
    </p:spTree>
    <p:extLst>
      <p:ext uri="{BB962C8B-B14F-4D97-AF65-F5344CB8AC3E}">
        <p14:creationId xmlns:p14="http://schemas.microsoft.com/office/powerpoint/2010/main" val="4221447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F6C9A68-3435-DD44-89FC-3BBEC56B694F}"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B0CEE19-EA7F-294B-8444-B8587F7CBBFC}" type="slidenum">
              <a:rPr lang="en-US" smtClean="0"/>
              <a:t>‹#›</a:t>
            </a:fld>
            <a:endParaRPr lang="en-US"/>
          </a:p>
        </p:txBody>
      </p:sp>
    </p:spTree>
    <p:extLst>
      <p:ext uri="{BB962C8B-B14F-4D97-AF65-F5344CB8AC3E}">
        <p14:creationId xmlns:p14="http://schemas.microsoft.com/office/powerpoint/2010/main" val="22885459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00327" y="28204163"/>
            <a:ext cx="27980640" cy="8717280"/>
          </a:xfrm>
        </p:spPr>
        <p:txBody>
          <a:bodyPr anchor="t"/>
          <a:lstStyle>
            <a:lvl1pPr algn="l">
              <a:defRPr sz="16400" b="1" cap="all"/>
            </a:lvl1pPr>
          </a:lstStyle>
          <a:p>
            <a:r>
              <a:rPr lang="en-US"/>
              <a:t>Click to edit Master title style</a:t>
            </a:r>
          </a:p>
        </p:txBody>
      </p:sp>
      <p:sp>
        <p:nvSpPr>
          <p:cNvPr id="3" name="Text Placeholder 2"/>
          <p:cNvSpPr>
            <a:spLocks noGrp="1"/>
          </p:cNvSpPr>
          <p:nvPr>
            <p:ph type="body" idx="1"/>
          </p:nvPr>
        </p:nvSpPr>
        <p:spPr>
          <a:xfrm>
            <a:off x="2600327" y="18602967"/>
            <a:ext cx="27980640" cy="9601196"/>
          </a:xfrm>
        </p:spPr>
        <p:txBody>
          <a:bodyPr anchor="b"/>
          <a:lstStyle>
            <a:lvl1pPr marL="0" indent="0">
              <a:buNone/>
              <a:defRPr sz="8300">
                <a:solidFill>
                  <a:schemeClr val="tx1">
                    <a:tint val="75000"/>
                  </a:schemeClr>
                </a:solidFill>
              </a:defRPr>
            </a:lvl1pPr>
            <a:lvl2pPr marL="1881000" indent="0">
              <a:buNone/>
              <a:defRPr sz="7400">
                <a:solidFill>
                  <a:schemeClr val="tx1">
                    <a:tint val="75000"/>
                  </a:schemeClr>
                </a:solidFill>
              </a:defRPr>
            </a:lvl2pPr>
            <a:lvl3pPr marL="3761999" indent="0">
              <a:buNone/>
              <a:defRPr sz="6600">
                <a:solidFill>
                  <a:schemeClr val="tx1">
                    <a:tint val="75000"/>
                  </a:schemeClr>
                </a:solidFill>
              </a:defRPr>
            </a:lvl3pPr>
            <a:lvl4pPr marL="5642999" indent="0">
              <a:buNone/>
              <a:defRPr sz="5800">
                <a:solidFill>
                  <a:schemeClr val="tx1">
                    <a:tint val="75000"/>
                  </a:schemeClr>
                </a:solidFill>
              </a:defRPr>
            </a:lvl4pPr>
            <a:lvl5pPr marL="7523998" indent="0">
              <a:buNone/>
              <a:defRPr sz="5800">
                <a:solidFill>
                  <a:schemeClr val="tx1">
                    <a:tint val="75000"/>
                  </a:schemeClr>
                </a:solidFill>
              </a:defRPr>
            </a:lvl5pPr>
            <a:lvl6pPr marL="9404998" indent="0">
              <a:buNone/>
              <a:defRPr sz="5800">
                <a:solidFill>
                  <a:schemeClr val="tx1">
                    <a:tint val="75000"/>
                  </a:schemeClr>
                </a:solidFill>
              </a:defRPr>
            </a:lvl6pPr>
            <a:lvl7pPr marL="11285997" indent="0">
              <a:buNone/>
              <a:defRPr sz="5800">
                <a:solidFill>
                  <a:schemeClr val="tx1">
                    <a:tint val="75000"/>
                  </a:schemeClr>
                </a:solidFill>
              </a:defRPr>
            </a:lvl7pPr>
            <a:lvl8pPr marL="13166997" indent="0">
              <a:buNone/>
              <a:defRPr sz="5800">
                <a:solidFill>
                  <a:schemeClr val="tx1">
                    <a:tint val="75000"/>
                  </a:schemeClr>
                </a:solidFill>
              </a:defRPr>
            </a:lvl8pPr>
            <a:lvl9pPr marL="15047996" indent="0">
              <a:buNone/>
              <a:defRPr sz="5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6C9A68-3435-DD44-89FC-3BBEC56B694F}"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B0CEE19-EA7F-294B-8444-B8587F7CBBFC}" type="slidenum">
              <a:rPr lang="en-US" smtClean="0"/>
              <a:t>‹#›</a:t>
            </a:fld>
            <a:endParaRPr lang="en-US"/>
          </a:p>
        </p:txBody>
      </p:sp>
    </p:spTree>
    <p:extLst>
      <p:ext uri="{BB962C8B-B14F-4D97-AF65-F5344CB8AC3E}">
        <p14:creationId xmlns:p14="http://schemas.microsoft.com/office/powerpoint/2010/main" val="19723110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9218303" y="54620161"/>
            <a:ext cx="82678903" cy="154482803"/>
          </a:xfrm>
        </p:spPr>
        <p:txBody>
          <a:bodyPr/>
          <a:lstStyle>
            <a:lvl1pPr>
              <a:defRPr sz="11600"/>
            </a:lvl1pPr>
            <a:lvl2pPr>
              <a:defRPr sz="9900"/>
            </a:lvl2pPr>
            <a:lvl3pPr>
              <a:defRPr sz="8300"/>
            </a:lvl3pPr>
            <a:lvl4pPr>
              <a:defRPr sz="7400"/>
            </a:lvl4pPr>
            <a:lvl5pPr>
              <a:defRPr sz="7400"/>
            </a:lvl5pPr>
            <a:lvl6pPr>
              <a:defRPr sz="7400"/>
            </a:lvl6pPr>
            <a:lvl7pPr>
              <a:defRPr sz="7400"/>
            </a:lvl7pPr>
            <a:lvl8pPr>
              <a:defRPr sz="7400"/>
            </a:lvl8pPr>
            <a:lvl9pPr>
              <a:defRPr sz="7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92445848" y="54620161"/>
            <a:ext cx="82678907" cy="154482803"/>
          </a:xfrm>
        </p:spPr>
        <p:txBody>
          <a:bodyPr/>
          <a:lstStyle>
            <a:lvl1pPr>
              <a:defRPr sz="11600"/>
            </a:lvl1pPr>
            <a:lvl2pPr>
              <a:defRPr sz="9900"/>
            </a:lvl2pPr>
            <a:lvl3pPr>
              <a:defRPr sz="8300"/>
            </a:lvl3pPr>
            <a:lvl4pPr>
              <a:defRPr sz="7400"/>
            </a:lvl4pPr>
            <a:lvl5pPr>
              <a:defRPr sz="7400"/>
            </a:lvl5pPr>
            <a:lvl6pPr>
              <a:defRPr sz="7400"/>
            </a:lvl6pPr>
            <a:lvl7pPr>
              <a:defRPr sz="7400"/>
            </a:lvl7pPr>
            <a:lvl8pPr>
              <a:defRPr sz="7400"/>
            </a:lvl8pPr>
            <a:lvl9pPr>
              <a:defRPr sz="7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F6C9A68-3435-DD44-89FC-3BBEC56B694F}"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B0CEE19-EA7F-294B-8444-B8587F7CBBFC}" type="slidenum">
              <a:rPr lang="en-US" smtClean="0"/>
              <a:t>‹#›</a:t>
            </a:fld>
            <a:endParaRPr lang="en-US"/>
          </a:p>
        </p:txBody>
      </p:sp>
    </p:spTree>
    <p:extLst>
      <p:ext uri="{BB962C8B-B14F-4D97-AF65-F5344CB8AC3E}">
        <p14:creationId xmlns:p14="http://schemas.microsoft.com/office/powerpoint/2010/main" val="42532277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45920" y="1757683"/>
            <a:ext cx="29626560" cy="73152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645926" y="9824727"/>
            <a:ext cx="14544677" cy="4094477"/>
          </a:xfrm>
        </p:spPr>
        <p:txBody>
          <a:bodyPr anchor="b"/>
          <a:lstStyle>
            <a:lvl1pPr marL="0" indent="0">
              <a:buNone/>
              <a:defRPr sz="9900" b="1"/>
            </a:lvl1pPr>
            <a:lvl2pPr marL="1881000" indent="0">
              <a:buNone/>
              <a:defRPr sz="8300" b="1"/>
            </a:lvl2pPr>
            <a:lvl3pPr marL="3761999" indent="0">
              <a:buNone/>
              <a:defRPr sz="7400" b="1"/>
            </a:lvl3pPr>
            <a:lvl4pPr marL="5642999" indent="0">
              <a:buNone/>
              <a:defRPr sz="6600" b="1"/>
            </a:lvl4pPr>
            <a:lvl5pPr marL="7523998" indent="0">
              <a:buNone/>
              <a:defRPr sz="6600" b="1"/>
            </a:lvl5pPr>
            <a:lvl6pPr marL="9404998" indent="0">
              <a:buNone/>
              <a:defRPr sz="6600" b="1"/>
            </a:lvl6pPr>
            <a:lvl7pPr marL="11285997" indent="0">
              <a:buNone/>
              <a:defRPr sz="6600" b="1"/>
            </a:lvl7pPr>
            <a:lvl8pPr marL="13166997" indent="0">
              <a:buNone/>
              <a:defRPr sz="6600" b="1"/>
            </a:lvl8pPr>
            <a:lvl9pPr marL="15047996" indent="0">
              <a:buNone/>
              <a:defRPr sz="6600" b="1"/>
            </a:lvl9pPr>
          </a:lstStyle>
          <a:p>
            <a:pPr lvl="0"/>
            <a:r>
              <a:rPr lang="en-US"/>
              <a:t>Click to edit Master text styles</a:t>
            </a:r>
          </a:p>
        </p:txBody>
      </p:sp>
      <p:sp>
        <p:nvSpPr>
          <p:cNvPr id="4" name="Content Placeholder 3"/>
          <p:cNvSpPr>
            <a:spLocks noGrp="1"/>
          </p:cNvSpPr>
          <p:nvPr>
            <p:ph sz="half" idx="2"/>
          </p:nvPr>
        </p:nvSpPr>
        <p:spPr>
          <a:xfrm>
            <a:off x="1645926" y="13919204"/>
            <a:ext cx="14544677" cy="25288243"/>
          </a:xfrm>
        </p:spPr>
        <p:txBody>
          <a:bodyPr/>
          <a:lstStyle>
            <a:lvl1pPr>
              <a:defRPr sz="9900"/>
            </a:lvl1pPr>
            <a:lvl2pPr>
              <a:defRPr sz="8300"/>
            </a:lvl2pPr>
            <a:lvl3pPr>
              <a:defRPr sz="7400"/>
            </a:lvl3pPr>
            <a:lvl4pPr>
              <a:defRPr sz="6600"/>
            </a:lvl4pPr>
            <a:lvl5pPr>
              <a:defRPr sz="6600"/>
            </a:lvl5pPr>
            <a:lvl6pPr>
              <a:defRPr sz="6600"/>
            </a:lvl6pPr>
            <a:lvl7pPr>
              <a:defRPr sz="6600"/>
            </a:lvl7pPr>
            <a:lvl8pPr>
              <a:defRPr sz="6600"/>
            </a:lvl8pPr>
            <a:lvl9pPr>
              <a:defRPr sz="6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6722092" y="9824727"/>
            <a:ext cx="14550390" cy="4094477"/>
          </a:xfrm>
        </p:spPr>
        <p:txBody>
          <a:bodyPr anchor="b"/>
          <a:lstStyle>
            <a:lvl1pPr marL="0" indent="0">
              <a:buNone/>
              <a:defRPr sz="9900" b="1"/>
            </a:lvl1pPr>
            <a:lvl2pPr marL="1881000" indent="0">
              <a:buNone/>
              <a:defRPr sz="8300" b="1"/>
            </a:lvl2pPr>
            <a:lvl3pPr marL="3761999" indent="0">
              <a:buNone/>
              <a:defRPr sz="7400" b="1"/>
            </a:lvl3pPr>
            <a:lvl4pPr marL="5642999" indent="0">
              <a:buNone/>
              <a:defRPr sz="6600" b="1"/>
            </a:lvl4pPr>
            <a:lvl5pPr marL="7523998" indent="0">
              <a:buNone/>
              <a:defRPr sz="6600" b="1"/>
            </a:lvl5pPr>
            <a:lvl6pPr marL="9404998" indent="0">
              <a:buNone/>
              <a:defRPr sz="6600" b="1"/>
            </a:lvl6pPr>
            <a:lvl7pPr marL="11285997" indent="0">
              <a:buNone/>
              <a:defRPr sz="6600" b="1"/>
            </a:lvl7pPr>
            <a:lvl8pPr marL="13166997" indent="0">
              <a:buNone/>
              <a:defRPr sz="6600" b="1"/>
            </a:lvl8pPr>
            <a:lvl9pPr marL="15047996" indent="0">
              <a:buNone/>
              <a:defRPr sz="6600" b="1"/>
            </a:lvl9pPr>
          </a:lstStyle>
          <a:p>
            <a:pPr lvl="0"/>
            <a:r>
              <a:rPr lang="en-US"/>
              <a:t>Click to edit Master text styles</a:t>
            </a:r>
          </a:p>
        </p:txBody>
      </p:sp>
      <p:sp>
        <p:nvSpPr>
          <p:cNvPr id="6" name="Content Placeholder 5"/>
          <p:cNvSpPr>
            <a:spLocks noGrp="1"/>
          </p:cNvSpPr>
          <p:nvPr>
            <p:ph sz="quarter" idx="4"/>
          </p:nvPr>
        </p:nvSpPr>
        <p:spPr>
          <a:xfrm>
            <a:off x="16722092" y="13919204"/>
            <a:ext cx="14550390" cy="25288243"/>
          </a:xfrm>
        </p:spPr>
        <p:txBody>
          <a:bodyPr/>
          <a:lstStyle>
            <a:lvl1pPr>
              <a:defRPr sz="9900"/>
            </a:lvl1pPr>
            <a:lvl2pPr>
              <a:defRPr sz="8300"/>
            </a:lvl2pPr>
            <a:lvl3pPr>
              <a:defRPr sz="7400"/>
            </a:lvl3pPr>
            <a:lvl4pPr>
              <a:defRPr sz="6600"/>
            </a:lvl4pPr>
            <a:lvl5pPr>
              <a:defRPr sz="6600"/>
            </a:lvl5pPr>
            <a:lvl6pPr>
              <a:defRPr sz="6600"/>
            </a:lvl6pPr>
            <a:lvl7pPr>
              <a:defRPr sz="6600"/>
            </a:lvl7pPr>
            <a:lvl8pPr>
              <a:defRPr sz="6600"/>
            </a:lvl8pPr>
            <a:lvl9pPr>
              <a:defRPr sz="6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F6C9A68-3435-DD44-89FC-3BBEC56B694F}" type="datetimeFigureOut">
              <a:rPr lang="en-US" smtClean="0"/>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B0CEE19-EA7F-294B-8444-B8587F7CBBFC}" type="slidenum">
              <a:rPr lang="en-US" smtClean="0"/>
              <a:t>‹#›</a:t>
            </a:fld>
            <a:endParaRPr lang="en-US"/>
          </a:p>
        </p:txBody>
      </p:sp>
    </p:spTree>
    <p:extLst>
      <p:ext uri="{BB962C8B-B14F-4D97-AF65-F5344CB8AC3E}">
        <p14:creationId xmlns:p14="http://schemas.microsoft.com/office/powerpoint/2010/main" val="19147063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F6C9A68-3435-DD44-89FC-3BBEC56B694F}" type="datetimeFigureOut">
              <a:rPr lang="en-US" smtClean="0"/>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B0CEE19-EA7F-294B-8444-B8587F7CBBFC}" type="slidenum">
              <a:rPr lang="en-US" smtClean="0"/>
              <a:t>‹#›</a:t>
            </a:fld>
            <a:endParaRPr lang="en-US"/>
          </a:p>
        </p:txBody>
      </p:sp>
    </p:spTree>
    <p:extLst>
      <p:ext uri="{BB962C8B-B14F-4D97-AF65-F5344CB8AC3E}">
        <p14:creationId xmlns:p14="http://schemas.microsoft.com/office/powerpoint/2010/main" val="15195851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6C9A68-3435-DD44-89FC-3BBEC56B694F}" type="datetimeFigureOut">
              <a:rPr lang="en-US" smtClean="0"/>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B0CEE19-EA7F-294B-8444-B8587F7CBBFC}" type="slidenum">
              <a:rPr lang="en-US" smtClean="0"/>
              <a:t>‹#›</a:t>
            </a:fld>
            <a:endParaRPr lang="en-US"/>
          </a:p>
        </p:txBody>
      </p:sp>
    </p:spTree>
    <p:extLst>
      <p:ext uri="{BB962C8B-B14F-4D97-AF65-F5344CB8AC3E}">
        <p14:creationId xmlns:p14="http://schemas.microsoft.com/office/powerpoint/2010/main" val="20630428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45928" y="1747520"/>
            <a:ext cx="10829927" cy="7437120"/>
          </a:xfrm>
        </p:spPr>
        <p:txBody>
          <a:bodyPr anchor="b"/>
          <a:lstStyle>
            <a:lvl1pPr algn="l">
              <a:defRPr sz="8300" b="1"/>
            </a:lvl1pPr>
          </a:lstStyle>
          <a:p>
            <a:r>
              <a:rPr lang="en-US"/>
              <a:t>Click to edit Master title style</a:t>
            </a:r>
          </a:p>
        </p:txBody>
      </p:sp>
      <p:sp>
        <p:nvSpPr>
          <p:cNvPr id="3" name="Content Placeholder 2"/>
          <p:cNvSpPr>
            <a:spLocks noGrp="1"/>
          </p:cNvSpPr>
          <p:nvPr>
            <p:ph idx="1"/>
          </p:nvPr>
        </p:nvSpPr>
        <p:spPr>
          <a:xfrm>
            <a:off x="12870180" y="1747523"/>
            <a:ext cx="18402300" cy="37459924"/>
          </a:xfrm>
        </p:spPr>
        <p:txBody>
          <a:bodyPr/>
          <a:lstStyle>
            <a:lvl1pPr>
              <a:defRPr sz="13200"/>
            </a:lvl1pPr>
            <a:lvl2pPr>
              <a:defRPr sz="11600"/>
            </a:lvl2pPr>
            <a:lvl3pPr>
              <a:defRPr sz="9900"/>
            </a:lvl3pPr>
            <a:lvl4pPr>
              <a:defRPr sz="8300"/>
            </a:lvl4pPr>
            <a:lvl5pPr>
              <a:defRPr sz="8300"/>
            </a:lvl5pPr>
            <a:lvl6pPr>
              <a:defRPr sz="8300"/>
            </a:lvl6pPr>
            <a:lvl7pPr>
              <a:defRPr sz="8300"/>
            </a:lvl7pPr>
            <a:lvl8pPr>
              <a:defRPr sz="8300"/>
            </a:lvl8pPr>
            <a:lvl9pPr>
              <a:defRPr sz="8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45928" y="9184643"/>
            <a:ext cx="10829927" cy="30022804"/>
          </a:xfrm>
        </p:spPr>
        <p:txBody>
          <a:bodyPr/>
          <a:lstStyle>
            <a:lvl1pPr marL="0" indent="0">
              <a:buNone/>
              <a:defRPr sz="5800"/>
            </a:lvl1pPr>
            <a:lvl2pPr marL="1881000" indent="0">
              <a:buNone/>
              <a:defRPr sz="5000"/>
            </a:lvl2pPr>
            <a:lvl3pPr marL="3761999" indent="0">
              <a:buNone/>
              <a:defRPr sz="4100"/>
            </a:lvl3pPr>
            <a:lvl4pPr marL="5642999" indent="0">
              <a:buNone/>
              <a:defRPr sz="3700"/>
            </a:lvl4pPr>
            <a:lvl5pPr marL="7523998" indent="0">
              <a:buNone/>
              <a:defRPr sz="3700"/>
            </a:lvl5pPr>
            <a:lvl6pPr marL="9404998" indent="0">
              <a:buNone/>
              <a:defRPr sz="3700"/>
            </a:lvl6pPr>
            <a:lvl7pPr marL="11285997" indent="0">
              <a:buNone/>
              <a:defRPr sz="3700"/>
            </a:lvl7pPr>
            <a:lvl8pPr marL="13166997" indent="0">
              <a:buNone/>
              <a:defRPr sz="3700"/>
            </a:lvl8pPr>
            <a:lvl9pPr marL="15047996" indent="0">
              <a:buNone/>
              <a:defRPr sz="3700"/>
            </a:lvl9pPr>
          </a:lstStyle>
          <a:p>
            <a:pPr lvl="0"/>
            <a:r>
              <a:rPr lang="en-US"/>
              <a:t>Click to edit Master text styles</a:t>
            </a:r>
          </a:p>
        </p:txBody>
      </p:sp>
      <p:sp>
        <p:nvSpPr>
          <p:cNvPr id="5" name="Date Placeholder 4"/>
          <p:cNvSpPr>
            <a:spLocks noGrp="1"/>
          </p:cNvSpPr>
          <p:nvPr>
            <p:ph type="dt" sz="half" idx="10"/>
          </p:nvPr>
        </p:nvSpPr>
        <p:spPr/>
        <p:txBody>
          <a:bodyPr/>
          <a:lstStyle/>
          <a:p>
            <a:fld id="{9F6C9A68-3435-DD44-89FC-3BBEC56B694F}"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B0CEE19-EA7F-294B-8444-B8587F7CBBFC}" type="slidenum">
              <a:rPr lang="en-US" smtClean="0"/>
              <a:t>‹#›</a:t>
            </a:fld>
            <a:endParaRPr lang="en-US"/>
          </a:p>
        </p:txBody>
      </p:sp>
    </p:spTree>
    <p:extLst>
      <p:ext uri="{BB962C8B-B14F-4D97-AF65-F5344CB8AC3E}">
        <p14:creationId xmlns:p14="http://schemas.microsoft.com/office/powerpoint/2010/main" val="16891456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52237" y="30723843"/>
            <a:ext cx="19751040" cy="3627124"/>
          </a:xfrm>
        </p:spPr>
        <p:txBody>
          <a:bodyPr anchor="b"/>
          <a:lstStyle>
            <a:lvl1pPr algn="l">
              <a:defRPr sz="8300" b="1"/>
            </a:lvl1pPr>
          </a:lstStyle>
          <a:p>
            <a:r>
              <a:rPr lang="en-US"/>
              <a:t>Click to edit Master title style</a:t>
            </a:r>
          </a:p>
        </p:txBody>
      </p:sp>
      <p:sp>
        <p:nvSpPr>
          <p:cNvPr id="3" name="Picture Placeholder 2"/>
          <p:cNvSpPr>
            <a:spLocks noGrp="1"/>
          </p:cNvSpPr>
          <p:nvPr>
            <p:ph type="pic" idx="1"/>
          </p:nvPr>
        </p:nvSpPr>
        <p:spPr>
          <a:xfrm>
            <a:off x="6452237" y="3921760"/>
            <a:ext cx="19751040" cy="26334720"/>
          </a:xfrm>
        </p:spPr>
        <p:txBody>
          <a:bodyPr/>
          <a:lstStyle>
            <a:lvl1pPr marL="0" indent="0">
              <a:buNone/>
              <a:defRPr sz="13200"/>
            </a:lvl1pPr>
            <a:lvl2pPr marL="1881000" indent="0">
              <a:buNone/>
              <a:defRPr sz="11600"/>
            </a:lvl2pPr>
            <a:lvl3pPr marL="3761999" indent="0">
              <a:buNone/>
              <a:defRPr sz="9900"/>
            </a:lvl3pPr>
            <a:lvl4pPr marL="5642999" indent="0">
              <a:buNone/>
              <a:defRPr sz="8300"/>
            </a:lvl4pPr>
            <a:lvl5pPr marL="7523998" indent="0">
              <a:buNone/>
              <a:defRPr sz="8300"/>
            </a:lvl5pPr>
            <a:lvl6pPr marL="9404998" indent="0">
              <a:buNone/>
              <a:defRPr sz="8300"/>
            </a:lvl6pPr>
            <a:lvl7pPr marL="11285997" indent="0">
              <a:buNone/>
              <a:defRPr sz="8300"/>
            </a:lvl7pPr>
            <a:lvl8pPr marL="13166997" indent="0">
              <a:buNone/>
              <a:defRPr sz="8300"/>
            </a:lvl8pPr>
            <a:lvl9pPr marL="15047996" indent="0">
              <a:buNone/>
              <a:defRPr sz="8300"/>
            </a:lvl9pPr>
          </a:lstStyle>
          <a:p>
            <a:endParaRPr lang="en-US"/>
          </a:p>
        </p:txBody>
      </p:sp>
      <p:sp>
        <p:nvSpPr>
          <p:cNvPr id="4" name="Text Placeholder 3"/>
          <p:cNvSpPr>
            <a:spLocks noGrp="1"/>
          </p:cNvSpPr>
          <p:nvPr>
            <p:ph type="body" sz="half" idx="2"/>
          </p:nvPr>
        </p:nvSpPr>
        <p:spPr>
          <a:xfrm>
            <a:off x="6452237" y="34350967"/>
            <a:ext cx="19751040" cy="5151116"/>
          </a:xfrm>
        </p:spPr>
        <p:txBody>
          <a:bodyPr/>
          <a:lstStyle>
            <a:lvl1pPr marL="0" indent="0">
              <a:buNone/>
              <a:defRPr sz="5800"/>
            </a:lvl1pPr>
            <a:lvl2pPr marL="1881000" indent="0">
              <a:buNone/>
              <a:defRPr sz="5000"/>
            </a:lvl2pPr>
            <a:lvl3pPr marL="3761999" indent="0">
              <a:buNone/>
              <a:defRPr sz="4100"/>
            </a:lvl3pPr>
            <a:lvl4pPr marL="5642999" indent="0">
              <a:buNone/>
              <a:defRPr sz="3700"/>
            </a:lvl4pPr>
            <a:lvl5pPr marL="7523998" indent="0">
              <a:buNone/>
              <a:defRPr sz="3700"/>
            </a:lvl5pPr>
            <a:lvl6pPr marL="9404998" indent="0">
              <a:buNone/>
              <a:defRPr sz="3700"/>
            </a:lvl6pPr>
            <a:lvl7pPr marL="11285997" indent="0">
              <a:buNone/>
              <a:defRPr sz="3700"/>
            </a:lvl7pPr>
            <a:lvl8pPr marL="13166997" indent="0">
              <a:buNone/>
              <a:defRPr sz="3700"/>
            </a:lvl8pPr>
            <a:lvl9pPr marL="15047996" indent="0">
              <a:buNone/>
              <a:defRPr sz="3700"/>
            </a:lvl9pPr>
          </a:lstStyle>
          <a:p>
            <a:pPr lvl="0"/>
            <a:r>
              <a:rPr lang="en-US"/>
              <a:t>Click to edit Master text styles</a:t>
            </a:r>
          </a:p>
        </p:txBody>
      </p:sp>
      <p:sp>
        <p:nvSpPr>
          <p:cNvPr id="5" name="Date Placeholder 4"/>
          <p:cNvSpPr>
            <a:spLocks noGrp="1"/>
          </p:cNvSpPr>
          <p:nvPr>
            <p:ph type="dt" sz="half" idx="10"/>
          </p:nvPr>
        </p:nvSpPr>
        <p:spPr/>
        <p:txBody>
          <a:bodyPr/>
          <a:lstStyle/>
          <a:p>
            <a:fld id="{9F6C9A68-3435-DD44-89FC-3BBEC56B694F}"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B0CEE19-EA7F-294B-8444-B8587F7CBBFC}" type="slidenum">
              <a:rPr lang="en-US" smtClean="0"/>
              <a:t>‹#›</a:t>
            </a:fld>
            <a:endParaRPr lang="en-US"/>
          </a:p>
        </p:txBody>
      </p:sp>
    </p:spTree>
    <p:extLst>
      <p:ext uri="{BB962C8B-B14F-4D97-AF65-F5344CB8AC3E}">
        <p14:creationId xmlns:p14="http://schemas.microsoft.com/office/powerpoint/2010/main" val="25675665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F6C9A68-3435-DD44-89FC-3BBEC56B694F}"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B0CEE19-EA7F-294B-8444-B8587F7CBBFC}" type="slidenum">
              <a:rPr lang="en-US" smtClean="0"/>
              <a:t>‹#›</a:t>
            </a:fld>
            <a:endParaRPr lang="en-US"/>
          </a:p>
        </p:txBody>
      </p:sp>
    </p:spTree>
    <p:extLst>
      <p:ext uri="{BB962C8B-B14F-4D97-AF65-F5344CB8AC3E}">
        <p14:creationId xmlns:p14="http://schemas.microsoft.com/office/powerpoint/2010/main" val="40691765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3650996" y="9377687"/>
            <a:ext cx="41473757" cy="19972528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9218305" y="9377687"/>
            <a:ext cx="123884053" cy="1997252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F6C9A68-3435-DD44-89FC-3BBEC56B694F}"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B0CEE19-EA7F-294B-8444-B8587F7CBBFC}" type="slidenum">
              <a:rPr lang="en-US" smtClean="0"/>
              <a:t>‹#›</a:t>
            </a:fld>
            <a:endParaRPr lang="en-US"/>
          </a:p>
        </p:txBody>
      </p:sp>
    </p:spTree>
    <p:extLst>
      <p:ext uri="{BB962C8B-B14F-4D97-AF65-F5344CB8AC3E}">
        <p14:creationId xmlns:p14="http://schemas.microsoft.com/office/powerpoint/2010/main" val="30664707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45920" y="1757683"/>
            <a:ext cx="29626560" cy="7315200"/>
          </a:xfrm>
          <a:prstGeom prst="rect">
            <a:avLst/>
          </a:prstGeom>
        </p:spPr>
        <p:txBody>
          <a:bodyPr vert="horz" lIns="376209" tIns="188105" rIns="376209" bIns="188105" rtlCol="0" anchor="ctr">
            <a:normAutofit/>
          </a:bodyPr>
          <a:lstStyle/>
          <a:p>
            <a:r>
              <a:rPr lang="en-US"/>
              <a:t>Click to edit Master title style</a:t>
            </a:r>
          </a:p>
        </p:txBody>
      </p:sp>
      <p:sp>
        <p:nvSpPr>
          <p:cNvPr id="3" name="Text Placeholder 2"/>
          <p:cNvSpPr>
            <a:spLocks noGrp="1"/>
          </p:cNvSpPr>
          <p:nvPr>
            <p:ph type="body" idx="1"/>
          </p:nvPr>
        </p:nvSpPr>
        <p:spPr>
          <a:xfrm>
            <a:off x="1645920" y="10241288"/>
            <a:ext cx="29626560" cy="28966163"/>
          </a:xfrm>
          <a:prstGeom prst="rect">
            <a:avLst/>
          </a:prstGeom>
        </p:spPr>
        <p:txBody>
          <a:bodyPr vert="horz" lIns="376209" tIns="188105" rIns="376209" bIns="188105"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645920" y="40680645"/>
            <a:ext cx="7680960" cy="2336800"/>
          </a:xfrm>
          <a:prstGeom prst="rect">
            <a:avLst/>
          </a:prstGeom>
        </p:spPr>
        <p:txBody>
          <a:bodyPr vert="horz" lIns="376209" tIns="188105" rIns="376209" bIns="188105" rtlCol="0" anchor="ctr"/>
          <a:lstStyle>
            <a:lvl1pPr algn="l">
              <a:defRPr sz="5000">
                <a:solidFill>
                  <a:schemeClr val="tx1">
                    <a:tint val="75000"/>
                  </a:schemeClr>
                </a:solidFill>
              </a:defRPr>
            </a:lvl1pPr>
          </a:lstStyle>
          <a:p>
            <a:fld id="{9F6C9A68-3435-DD44-89FC-3BBEC56B694F}" type="datetimeFigureOut">
              <a:rPr lang="en-US" smtClean="0"/>
              <a:t>7/22/2026</a:t>
            </a:fld>
            <a:endParaRPr lang="en-US"/>
          </a:p>
        </p:txBody>
      </p:sp>
      <p:sp>
        <p:nvSpPr>
          <p:cNvPr id="5" name="Footer Placeholder 4"/>
          <p:cNvSpPr>
            <a:spLocks noGrp="1"/>
          </p:cNvSpPr>
          <p:nvPr>
            <p:ph type="ftr" sz="quarter" idx="3"/>
          </p:nvPr>
        </p:nvSpPr>
        <p:spPr>
          <a:xfrm>
            <a:off x="11247120" y="40680645"/>
            <a:ext cx="10424160" cy="2336800"/>
          </a:xfrm>
          <a:prstGeom prst="rect">
            <a:avLst/>
          </a:prstGeom>
        </p:spPr>
        <p:txBody>
          <a:bodyPr vert="horz" lIns="376209" tIns="188105" rIns="376209" bIns="188105" rtlCol="0" anchor="ctr"/>
          <a:lstStyle>
            <a:lvl1pPr algn="ctr">
              <a:defRPr sz="5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591520" y="40680645"/>
            <a:ext cx="7680960" cy="2336800"/>
          </a:xfrm>
          <a:prstGeom prst="rect">
            <a:avLst/>
          </a:prstGeom>
        </p:spPr>
        <p:txBody>
          <a:bodyPr vert="horz" lIns="376209" tIns="188105" rIns="376209" bIns="188105" rtlCol="0" anchor="ctr"/>
          <a:lstStyle>
            <a:lvl1pPr algn="r">
              <a:defRPr sz="5000">
                <a:solidFill>
                  <a:schemeClr val="tx1">
                    <a:tint val="75000"/>
                  </a:schemeClr>
                </a:solidFill>
              </a:defRPr>
            </a:lvl1pPr>
          </a:lstStyle>
          <a:p>
            <a:fld id="{2B0CEE19-EA7F-294B-8444-B8587F7CBBFC}" type="slidenum">
              <a:rPr lang="en-US" smtClean="0"/>
              <a:t>‹#›</a:t>
            </a:fld>
            <a:endParaRPr lang="en-US"/>
          </a:p>
        </p:txBody>
      </p:sp>
    </p:spTree>
    <p:extLst>
      <p:ext uri="{BB962C8B-B14F-4D97-AF65-F5344CB8AC3E}">
        <p14:creationId xmlns:p14="http://schemas.microsoft.com/office/powerpoint/2010/main" val="25105507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1881000" rtl="0" eaLnBrk="1" latinLnBrk="0" hangingPunct="1">
        <a:spcBef>
          <a:spcPct val="0"/>
        </a:spcBef>
        <a:buNone/>
        <a:defRPr sz="18100" kern="1200">
          <a:solidFill>
            <a:schemeClr val="tx1"/>
          </a:solidFill>
          <a:latin typeface="+mj-lt"/>
          <a:ea typeface="+mj-ea"/>
          <a:cs typeface="+mj-cs"/>
        </a:defRPr>
      </a:lvl1pPr>
    </p:titleStyle>
    <p:bodyStyle>
      <a:lvl1pPr marL="1410750" indent="-1410750" algn="l" defTabSz="1881000" rtl="0" eaLnBrk="1" latinLnBrk="0" hangingPunct="1">
        <a:spcBef>
          <a:spcPct val="20000"/>
        </a:spcBef>
        <a:buFont typeface="Arial"/>
        <a:buChar char="•"/>
        <a:defRPr sz="13200" kern="1200">
          <a:solidFill>
            <a:schemeClr val="tx1"/>
          </a:solidFill>
          <a:latin typeface="+mn-lt"/>
          <a:ea typeface="+mn-ea"/>
          <a:cs typeface="+mn-cs"/>
        </a:defRPr>
      </a:lvl1pPr>
      <a:lvl2pPr marL="3056624" indent="-1175624" algn="l" defTabSz="1881000" rtl="0" eaLnBrk="1" latinLnBrk="0" hangingPunct="1">
        <a:spcBef>
          <a:spcPct val="20000"/>
        </a:spcBef>
        <a:buFont typeface="Arial"/>
        <a:buChar char="–"/>
        <a:defRPr sz="11600" kern="1200">
          <a:solidFill>
            <a:schemeClr val="tx1"/>
          </a:solidFill>
          <a:latin typeface="+mn-lt"/>
          <a:ea typeface="+mn-ea"/>
          <a:cs typeface="+mn-cs"/>
        </a:defRPr>
      </a:lvl2pPr>
      <a:lvl3pPr marL="4702499" indent="-940499" algn="l" defTabSz="1881000" rtl="0" eaLnBrk="1" latinLnBrk="0" hangingPunct="1">
        <a:spcBef>
          <a:spcPct val="20000"/>
        </a:spcBef>
        <a:buFont typeface="Arial"/>
        <a:buChar char="•"/>
        <a:defRPr sz="9900" kern="1200">
          <a:solidFill>
            <a:schemeClr val="tx1"/>
          </a:solidFill>
          <a:latin typeface="+mn-lt"/>
          <a:ea typeface="+mn-ea"/>
          <a:cs typeface="+mn-cs"/>
        </a:defRPr>
      </a:lvl3pPr>
      <a:lvl4pPr marL="6583499" indent="-940499" algn="l" defTabSz="1881000" rtl="0" eaLnBrk="1" latinLnBrk="0" hangingPunct="1">
        <a:spcBef>
          <a:spcPct val="20000"/>
        </a:spcBef>
        <a:buFont typeface="Arial"/>
        <a:buChar char="–"/>
        <a:defRPr sz="8300" kern="1200">
          <a:solidFill>
            <a:schemeClr val="tx1"/>
          </a:solidFill>
          <a:latin typeface="+mn-lt"/>
          <a:ea typeface="+mn-ea"/>
          <a:cs typeface="+mn-cs"/>
        </a:defRPr>
      </a:lvl4pPr>
      <a:lvl5pPr marL="8464498" indent="-940499" algn="l" defTabSz="1881000" rtl="0" eaLnBrk="1" latinLnBrk="0" hangingPunct="1">
        <a:spcBef>
          <a:spcPct val="20000"/>
        </a:spcBef>
        <a:buFont typeface="Arial"/>
        <a:buChar char="»"/>
        <a:defRPr sz="8300" kern="1200">
          <a:solidFill>
            <a:schemeClr val="tx1"/>
          </a:solidFill>
          <a:latin typeface="+mn-lt"/>
          <a:ea typeface="+mn-ea"/>
          <a:cs typeface="+mn-cs"/>
        </a:defRPr>
      </a:lvl5pPr>
      <a:lvl6pPr marL="10345497" indent="-940499" algn="l" defTabSz="1881000" rtl="0" eaLnBrk="1" latinLnBrk="0" hangingPunct="1">
        <a:spcBef>
          <a:spcPct val="20000"/>
        </a:spcBef>
        <a:buFont typeface="Arial"/>
        <a:buChar char="•"/>
        <a:defRPr sz="8300" kern="1200">
          <a:solidFill>
            <a:schemeClr val="tx1"/>
          </a:solidFill>
          <a:latin typeface="+mn-lt"/>
          <a:ea typeface="+mn-ea"/>
          <a:cs typeface="+mn-cs"/>
        </a:defRPr>
      </a:lvl6pPr>
      <a:lvl7pPr marL="12226496" indent="-940499" algn="l" defTabSz="1881000" rtl="0" eaLnBrk="1" latinLnBrk="0" hangingPunct="1">
        <a:spcBef>
          <a:spcPct val="20000"/>
        </a:spcBef>
        <a:buFont typeface="Arial"/>
        <a:buChar char="•"/>
        <a:defRPr sz="8300" kern="1200">
          <a:solidFill>
            <a:schemeClr val="tx1"/>
          </a:solidFill>
          <a:latin typeface="+mn-lt"/>
          <a:ea typeface="+mn-ea"/>
          <a:cs typeface="+mn-cs"/>
        </a:defRPr>
      </a:lvl7pPr>
      <a:lvl8pPr marL="14107496" indent="-940499" algn="l" defTabSz="1881000" rtl="0" eaLnBrk="1" latinLnBrk="0" hangingPunct="1">
        <a:spcBef>
          <a:spcPct val="20000"/>
        </a:spcBef>
        <a:buFont typeface="Arial"/>
        <a:buChar char="•"/>
        <a:defRPr sz="8300" kern="1200">
          <a:solidFill>
            <a:schemeClr val="tx1"/>
          </a:solidFill>
          <a:latin typeface="+mn-lt"/>
          <a:ea typeface="+mn-ea"/>
          <a:cs typeface="+mn-cs"/>
        </a:defRPr>
      </a:lvl8pPr>
      <a:lvl9pPr marL="15988496" indent="-940499" algn="l" defTabSz="1881000" rtl="0" eaLnBrk="1" latinLnBrk="0" hangingPunct="1">
        <a:spcBef>
          <a:spcPct val="20000"/>
        </a:spcBef>
        <a:buFont typeface="Arial"/>
        <a:buChar char="•"/>
        <a:defRPr sz="8300" kern="1200">
          <a:solidFill>
            <a:schemeClr val="tx1"/>
          </a:solidFill>
          <a:latin typeface="+mn-lt"/>
          <a:ea typeface="+mn-ea"/>
          <a:cs typeface="+mn-cs"/>
        </a:defRPr>
      </a:lvl9pPr>
    </p:bodyStyle>
    <p:otherStyle>
      <a:defPPr>
        <a:defRPr lang="en-US"/>
      </a:defPPr>
      <a:lvl1pPr marL="0" algn="l" defTabSz="1881000" rtl="0" eaLnBrk="1" latinLnBrk="0" hangingPunct="1">
        <a:defRPr sz="7400" kern="1200">
          <a:solidFill>
            <a:schemeClr val="tx1"/>
          </a:solidFill>
          <a:latin typeface="+mn-lt"/>
          <a:ea typeface="+mn-ea"/>
          <a:cs typeface="+mn-cs"/>
        </a:defRPr>
      </a:lvl1pPr>
      <a:lvl2pPr marL="1881000" algn="l" defTabSz="1881000" rtl="0" eaLnBrk="1" latinLnBrk="0" hangingPunct="1">
        <a:defRPr sz="7400" kern="1200">
          <a:solidFill>
            <a:schemeClr val="tx1"/>
          </a:solidFill>
          <a:latin typeface="+mn-lt"/>
          <a:ea typeface="+mn-ea"/>
          <a:cs typeface="+mn-cs"/>
        </a:defRPr>
      </a:lvl2pPr>
      <a:lvl3pPr marL="3761999" algn="l" defTabSz="1881000" rtl="0" eaLnBrk="1" latinLnBrk="0" hangingPunct="1">
        <a:defRPr sz="7400" kern="1200">
          <a:solidFill>
            <a:schemeClr val="tx1"/>
          </a:solidFill>
          <a:latin typeface="+mn-lt"/>
          <a:ea typeface="+mn-ea"/>
          <a:cs typeface="+mn-cs"/>
        </a:defRPr>
      </a:lvl3pPr>
      <a:lvl4pPr marL="5642999" algn="l" defTabSz="1881000" rtl="0" eaLnBrk="1" latinLnBrk="0" hangingPunct="1">
        <a:defRPr sz="7400" kern="1200">
          <a:solidFill>
            <a:schemeClr val="tx1"/>
          </a:solidFill>
          <a:latin typeface="+mn-lt"/>
          <a:ea typeface="+mn-ea"/>
          <a:cs typeface="+mn-cs"/>
        </a:defRPr>
      </a:lvl4pPr>
      <a:lvl5pPr marL="7523998" algn="l" defTabSz="1881000" rtl="0" eaLnBrk="1" latinLnBrk="0" hangingPunct="1">
        <a:defRPr sz="7400" kern="1200">
          <a:solidFill>
            <a:schemeClr val="tx1"/>
          </a:solidFill>
          <a:latin typeface="+mn-lt"/>
          <a:ea typeface="+mn-ea"/>
          <a:cs typeface="+mn-cs"/>
        </a:defRPr>
      </a:lvl5pPr>
      <a:lvl6pPr marL="9404998" algn="l" defTabSz="1881000" rtl="0" eaLnBrk="1" latinLnBrk="0" hangingPunct="1">
        <a:defRPr sz="7400" kern="1200">
          <a:solidFill>
            <a:schemeClr val="tx1"/>
          </a:solidFill>
          <a:latin typeface="+mn-lt"/>
          <a:ea typeface="+mn-ea"/>
          <a:cs typeface="+mn-cs"/>
        </a:defRPr>
      </a:lvl6pPr>
      <a:lvl7pPr marL="11285997" algn="l" defTabSz="1881000" rtl="0" eaLnBrk="1" latinLnBrk="0" hangingPunct="1">
        <a:defRPr sz="7400" kern="1200">
          <a:solidFill>
            <a:schemeClr val="tx1"/>
          </a:solidFill>
          <a:latin typeface="+mn-lt"/>
          <a:ea typeface="+mn-ea"/>
          <a:cs typeface="+mn-cs"/>
        </a:defRPr>
      </a:lvl7pPr>
      <a:lvl8pPr marL="13166997" algn="l" defTabSz="1881000" rtl="0" eaLnBrk="1" latinLnBrk="0" hangingPunct="1">
        <a:defRPr sz="7400" kern="1200">
          <a:solidFill>
            <a:schemeClr val="tx1"/>
          </a:solidFill>
          <a:latin typeface="+mn-lt"/>
          <a:ea typeface="+mn-ea"/>
          <a:cs typeface="+mn-cs"/>
        </a:defRPr>
      </a:lvl8pPr>
      <a:lvl9pPr marL="15047996" algn="l" defTabSz="1881000" rtl="0" eaLnBrk="1" latinLnBrk="0" hangingPunct="1">
        <a:defRPr sz="7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gif"/><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gi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324380" y="823388"/>
            <a:ext cx="30278004" cy="3631761"/>
          </a:xfrm>
          <a:prstGeom prst="rect">
            <a:avLst/>
          </a:prstGeom>
          <a:noFill/>
        </p:spPr>
        <p:txBody>
          <a:bodyPr wrap="square" lIns="91438" tIns="45719" rIns="91438" bIns="45719" rtlCol="0">
            <a:spAutoFit/>
          </a:bodyPr>
          <a:lstStyle/>
          <a:p>
            <a:pPr algn="ctr"/>
            <a:r>
              <a:rPr sz="9600" b="1">
                <a:solidFill>
                  <a:srgbClr val="0B0B0B"/>
                </a:solidFill>
              </a:rPr>
              <a:t>Did Anyone See It Coming?</a:t>
            </a:r>
          </a:p>
          <a:p>
            <a:pPr algn="ctr"/>
            <a:r>
              <a:rPr sz="5400" b="0">
                <a:solidFill>
                  <a:srgbClr val="52514E"/>
                </a:solidFill>
              </a:rPr>
              <a:t>Machine-reading sixty years of American newspaper economic forecasts, 1900–1963</a:t>
            </a:r>
          </a:p>
          <a:p>
            <a:pPr algn="ctr"/>
            <a:r>
              <a:rPr sz="3600" b="1">
                <a:solidFill>
                  <a:srgbClr val="0B0B0B"/>
                </a:solidFill>
              </a:rPr>
              <a:t>RISE Practicum Student FN and LN¹ ·  Instructor²    ¹High School Name  ·  ²Boston University</a:t>
            </a:r>
          </a:p>
        </p:txBody>
      </p:sp>
      <p:sp>
        <p:nvSpPr>
          <p:cNvPr id="18" name="Rounded Rectangle 17"/>
          <p:cNvSpPr/>
          <p:nvPr/>
        </p:nvSpPr>
        <p:spPr>
          <a:xfrm>
            <a:off x="837225" y="22335543"/>
            <a:ext cx="8073814" cy="20550337"/>
          </a:xfrm>
          <a:prstGeom prst="roundRect">
            <a:avLst>
              <a:gd name="adj" fmla="val 7569"/>
            </a:avLst>
          </a:prstGeom>
          <a:noFill/>
          <a:ln w="76200" cmpd="sng">
            <a:solidFill>
              <a:schemeClr val="tx1"/>
            </a:solidFill>
          </a:ln>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p>
        </p:txBody>
      </p:sp>
      <p:sp>
        <p:nvSpPr>
          <p:cNvPr id="20" name="TextBox 19"/>
          <p:cNvSpPr txBox="1"/>
          <p:nvPr/>
        </p:nvSpPr>
        <p:spPr>
          <a:xfrm>
            <a:off x="15182991" y="5378649"/>
            <a:ext cx="2707147" cy="1107994"/>
          </a:xfrm>
          <a:prstGeom prst="rect">
            <a:avLst/>
          </a:prstGeom>
          <a:noFill/>
        </p:spPr>
        <p:txBody>
          <a:bodyPr wrap="none" lIns="91438" tIns="45719" rIns="91438" bIns="45719" rtlCol="0">
            <a:spAutoFit/>
          </a:bodyPr>
          <a:lstStyle/>
          <a:p>
            <a:pPr algn="ctr"/>
            <a:r>
              <a:rPr lang="en-US" sz="6600" b="1" dirty="0"/>
              <a:t>Results</a:t>
            </a:r>
          </a:p>
        </p:txBody>
      </p:sp>
      <p:sp>
        <p:nvSpPr>
          <p:cNvPr id="22" name="TextBox 21"/>
          <p:cNvSpPr txBox="1"/>
          <p:nvPr/>
        </p:nvSpPr>
        <p:spPr>
          <a:xfrm>
            <a:off x="26151854" y="34308273"/>
            <a:ext cx="4040141" cy="1107994"/>
          </a:xfrm>
          <a:prstGeom prst="rect">
            <a:avLst/>
          </a:prstGeom>
          <a:noFill/>
        </p:spPr>
        <p:txBody>
          <a:bodyPr wrap="none" lIns="91438" tIns="45719" rIns="91438" bIns="45719" rtlCol="0">
            <a:spAutoFit/>
          </a:bodyPr>
          <a:lstStyle/>
          <a:p>
            <a:pPr algn="ctr"/>
            <a:r>
              <a:rPr lang="en-US" sz="6600" b="1" dirty="0"/>
              <a:t>References</a:t>
            </a:r>
          </a:p>
        </p:txBody>
      </p:sp>
      <p:sp>
        <p:nvSpPr>
          <p:cNvPr id="23" name="TextBox 22"/>
          <p:cNvSpPr txBox="1"/>
          <p:nvPr/>
        </p:nvSpPr>
        <p:spPr>
          <a:xfrm>
            <a:off x="24729272" y="39199581"/>
            <a:ext cx="7095913" cy="1107994"/>
          </a:xfrm>
          <a:prstGeom prst="rect">
            <a:avLst/>
          </a:prstGeom>
          <a:noFill/>
        </p:spPr>
        <p:txBody>
          <a:bodyPr wrap="none" lIns="91438" tIns="45719" rIns="91438" bIns="45719" rtlCol="0">
            <a:spAutoFit/>
          </a:bodyPr>
          <a:lstStyle/>
          <a:p>
            <a:pPr algn="ctr"/>
            <a:r>
              <a:rPr lang="en-US" sz="6600" b="1" dirty="0"/>
              <a:t>Acknowledgements</a:t>
            </a:r>
          </a:p>
        </p:txBody>
      </p:sp>
      <p:sp>
        <p:nvSpPr>
          <p:cNvPr id="24" name="Rounded Rectangle 23"/>
          <p:cNvSpPr/>
          <p:nvPr/>
        </p:nvSpPr>
        <p:spPr>
          <a:xfrm>
            <a:off x="24189037" y="5007631"/>
            <a:ext cx="7938831" cy="28468752"/>
          </a:xfrm>
          <a:prstGeom prst="roundRect">
            <a:avLst>
              <a:gd name="adj" fmla="val 7569"/>
            </a:avLst>
          </a:prstGeom>
          <a:noFill/>
          <a:ln w="76200" cmpd="sng">
            <a:solidFill>
              <a:schemeClr val="tx1"/>
            </a:solidFill>
          </a:ln>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p>
        </p:txBody>
      </p:sp>
      <p:sp>
        <p:nvSpPr>
          <p:cNvPr id="26" name="TextBox 25"/>
          <p:cNvSpPr txBox="1"/>
          <p:nvPr/>
        </p:nvSpPr>
        <p:spPr>
          <a:xfrm>
            <a:off x="25930071" y="5296813"/>
            <a:ext cx="4694316" cy="2123656"/>
          </a:xfrm>
          <a:prstGeom prst="rect">
            <a:avLst/>
          </a:prstGeom>
          <a:noFill/>
        </p:spPr>
        <p:txBody>
          <a:bodyPr wrap="square" lIns="91438" tIns="45719" rIns="91438" bIns="45719" rtlCol="0">
            <a:spAutoFit/>
          </a:bodyPr>
          <a:lstStyle/>
          <a:p>
            <a:pPr algn="ctr"/>
            <a:r>
              <a:rPr lang="en-US" sz="6600" b="1" dirty="0"/>
              <a:t>Discussion/</a:t>
            </a:r>
          </a:p>
          <a:p>
            <a:pPr algn="ctr"/>
            <a:r>
              <a:rPr lang="en-US" sz="6600" b="1" dirty="0"/>
              <a:t>Conclusions</a:t>
            </a:r>
          </a:p>
        </p:txBody>
      </p:sp>
      <p:sp>
        <p:nvSpPr>
          <p:cNvPr id="27" name="TextBox 26"/>
          <p:cNvSpPr txBox="1"/>
          <p:nvPr/>
        </p:nvSpPr>
        <p:spPr>
          <a:xfrm>
            <a:off x="3191100" y="22703187"/>
            <a:ext cx="3339115" cy="1107994"/>
          </a:xfrm>
          <a:prstGeom prst="rect">
            <a:avLst/>
          </a:prstGeom>
          <a:noFill/>
        </p:spPr>
        <p:txBody>
          <a:bodyPr wrap="none" lIns="91438" tIns="45719" rIns="91438" bIns="45719" rtlCol="0">
            <a:spAutoFit/>
          </a:bodyPr>
          <a:lstStyle/>
          <a:p>
            <a:pPr algn="ctr"/>
            <a:r>
              <a:rPr lang="en-US" sz="6600" b="1" dirty="0"/>
              <a:t>Methods</a:t>
            </a:r>
          </a:p>
        </p:txBody>
      </p:sp>
      <p:sp>
        <p:nvSpPr>
          <p:cNvPr id="28" name="TextBox 27"/>
          <p:cNvSpPr txBox="1"/>
          <p:nvPr/>
        </p:nvSpPr>
        <p:spPr>
          <a:xfrm>
            <a:off x="2576284" y="5378649"/>
            <a:ext cx="4568746" cy="1107994"/>
          </a:xfrm>
          <a:prstGeom prst="rect">
            <a:avLst/>
          </a:prstGeom>
          <a:noFill/>
        </p:spPr>
        <p:txBody>
          <a:bodyPr wrap="none" lIns="91438" tIns="45719" rIns="91438" bIns="45719" rtlCol="0">
            <a:spAutoFit/>
          </a:bodyPr>
          <a:lstStyle/>
          <a:p>
            <a:pPr algn="ctr"/>
            <a:r>
              <a:rPr lang="en-US" sz="6600" b="1" dirty="0"/>
              <a:t>Introduction</a:t>
            </a:r>
          </a:p>
        </p:txBody>
      </p:sp>
      <p:sp>
        <p:nvSpPr>
          <p:cNvPr id="29" name="Rounded Rectangle 28"/>
          <p:cNvSpPr/>
          <p:nvPr/>
        </p:nvSpPr>
        <p:spPr>
          <a:xfrm>
            <a:off x="9660269" y="5007632"/>
            <a:ext cx="13726885" cy="37951487"/>
          </a:xfrm>
          <a:prstGeom prst="roundRect">
            <a:avLst>
              <a:gd name="adj" fmla="val 7569"/>
            </a:avLst>
          </a:prstGeom>
          <a:noFill/>
          <a:ln w="76200" cmpd="sng">
            <a:solidFill>
              <a:schemeClr val="tx1"/>
            </a:solidFill>
          </a:ln>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p>
        </p:txBody>
      </p:sp>
      <p:sp>
        <p:nvSpPr>
          <p:cNvPr id="30" name="Rounded Rectangle 29"/>
          <p:cNvSpPr/>
          <p:nvPr/>
        </p:nvSpPr>
        <p:spPr>
          <a:xfrm>
            <a:off x="24189037" y="38842984"/>
            <a:ext cx="7965776" cy="4116135"/>
          </a:xfrm>
          <a:prstGeom prst="roundRect">
            <a:avLst>
              <a:gd name="adj" fmla="val 7569"/>
            </a:avLst>
          </a:prstGeom>
          <a:noFill/>
          <a:ln w="76200" cmpd="sng">
            <a:solidFill>
              <a:schemeClr val="tx1"/>
            </a:solidFill>
          </a:ln>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p>
        </p:txBody>
      </p:sp>
      <p:sp>
        <p:nvSpPr>
          <p:cNvPr id="31" name="Rounded Rectangle 30"/>
          <p:cNvSpPr/>
          <p:nvPr/>
        </p:nvSpPr>
        <p:spPr>
          <a:xfrm>
            <a:off x="24189037" y="34028865"/>
            <a:ext cx="7965776" cy="4261637"/>
          </a:xfrm>
          <a:prstGeom prst="roundRect">
            <a:avLst>
              <a:gd name="adj" fmla="val 7569"/>
            </a:avLst>
          </a:prstGeom>
          <a:noFill/>
          <a:ln w="76200" cmpd="sng">
            <a:solidFill>
              <a:schemeClr val="tx1"/>
            </a:solidFill>
          </a:ln>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p>
        </p:txBody>
      </p:sp>
      <p:sp>
        <p:nvSpPr>
          <p:cNvPr id="32" name="Rounded Rectangle 31"/>
          <p:cNvSpPr/>
          <p:nvPr/>
        </p:nvSpPr>
        <p:spPr>
          <a:xfrm>
            <a:off x="837225" y="5007632"/>
            <a:ext cx="8046867" cy="16775428"/>
          </a:xfrm>
          <a:prstGeom prst="roundRect">
            <a:avLst>
              <a:gd name="adj" fmla="val 7569"/>
            </a:avLst>
          </a:prstGeom>
          <a:noFill/>
          <a:ln w="76200" cmpd="sng">
            <a:solidFill>
              <a:schemeClr val="tx1"/>
            </a:solidFill>
          </a:ln>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0185" y="467788"/>
            <a:ext cx="4312197" cy="1934413"/>
          </a:xfrm>
          <a:prstGeom prst="rect">
            <a:avLst/>
          </a:prstGeom>
        </p:spPr>
      </p:pic>
      <p:sp>
        <p:nvSpPr>
          <p:cNvPr id="33" name="TextBox 32"/>
          <p:cNvSpPr txBox="1"/>
          <p:nvPr/>
        </p:nvSpPr>
        <p:spPr>
          <a:xfrm>
            <a:off x="1188720" y="6812280"/>
            <a:ext cx="7360920" cy="14401800"/>
          </a:xfrm>
          <a:prstGeom prst="rect">
            <a:avLst/>
          </a:prstGeom>
          <a:noFill/>
        </p:spPr>
        <p:txBody>
          <a:bodyPr wrap="square">
            <a:spAutoFit/>
          </a:bodyPr>
          <a:lstStyle/>
          <a:p>
            <a:pPr>
              <a:spcAft>
                <a:spcPts val="1400"/>
              </a:spcAft>
            </a:pPr>
            <a:r>
              <a:rPr sz="2600" b="1">
                <a:solidFill>
                  <a:srgbClr val="0B0B0B"/>
                </a:solidFill>
              </a:rPr>
              <a:t>For sixty years American newspapers told readers what the economy would do next. Were they right?</a:t>
            </a:r>
          </a:p>
          <a:p>
            <a:pPr>
              <a:spcAft>
                <a:spcPts val="1400"/>
              </a:spcAft>
            </a:pPr>
            <a:r>
              <a:rPr sz="2600" b="0">
                <a:solidFill>
                  <a:srgbClr val="0B0B0B"/>
                </a:solidFill>
              </a:rPr>
              <a:t>Nobody has scored the record at scale. Reading a century of newspapers by hand is infeasible — and the standard shortcut, keyword search, throws away most of the evidence before the analysis begins.</a:t>
            </a:r>
          </a:p>
          <a:p>
            <a:pPr>
              <a:spcAft>
                <a:spcPts val="600"/>
              </a:spcAft>
            </a:pPr>
            <a:r>
              <a:rPr sz="2600" b="1">
                <a:solidFill>
                  <a:srgbClr val="2A78D6"/>
                </a:solidFill>
              </a:rPr>
              <a:t>15,721 pages  ·  1,103 publishers  ·  every month, 1900–1963</a:t>
            </a:r>
          </a:p>
          <a:p>
            <a:pPr>
              <a:spcAft>
                <a:spcPts val="1400"/>
              </a:spcAft>
            </a:pPr>
            <a:r>
              <a:rPr sz="2600" b="1">
                <a:solidFill>
                  <a:srgbClr val="2A78D6"/>
                </a:solidFill>
              </a:rPr>
              <a:t>30,765 forecasts extracted   →   14,251 scored against real economic data</a:t>
            </a:r>
          </a:p>
          <a:p>
            <a:pPr>
              <a:spcAft>
                <a:spcPts val="2000"/>
              </a:spcAft>
            </a:pPr>
            <a:r>
              <a:rPr sz="2600" b="1">
                <a:solidFill>
                  <a:srgbClr val="EB6834"/>
                </a:solidFill>
              </a:rPr>
              <a:t>THE RULE THE PROJECT RESTS ON — the language model decides WHAT was predicted; NBER dates and Federal Reserve series decide WHETHER IT CAME TRUE. The model is never asked whether a forecast was right; that would be hindsight grading itself.</a:t>
            </a:r>
          </a:p>
          <a:p>
            <a:pPr>
              <a:spcAft>
                <a:spcPts val="0"/>
              </a:spcAft>
            </a:pPr>
            <a:r>
              <a:rPr sz="15000" b="1">
                <a:solidFill>
                  <a:srgbClr val="2A78D6"/>
                </a:solidFill>
              </a:rPr>
              <a:t>51.3%</a:t>
            </a:r>
          </a:p>
          <a:p>
            <a:pPr>
              <a:spcAft>
                <a:spcPts val="1000"/>
              </a:spcAft>
            </a:pPr>
            <a:r>
              <a:rPr sz="2600" b="1">
                <a:solidFill>
                  <a:srgbClr val="0B0B0B"/>
                </a:solidFill>
              </a:rPr>
              <a:t>of forecasts came true. A coin flip.</a:t>
            </a:r>
          </a:p>
          <a:p>
            <a:pPr>
              <a:spcAft>
                <a:spcPts val="0"/>
              </a:spcAft>
            </a:pPr>
            <a:r>
              <a:rPr sz="2600" b="0">
                <a:solidFill>
                  <a:srgbClr val="0B0B0B"/>
                </a:solidFill>
              </a:rPr>
              <a:t>This poster is about why — and about whether anyone else did better.</a:t>
            </a:r>
          </a:p>
        </p:txBody>
      </p:sp>
      <p:sp>
        <p:nvSpPr>
          <p:cNvPr id="34" name="TextBox 33"/>
          <p:cNvSpPr txBox="1"/>
          <p:nvPr/>
        </p:nvSpPr>
        <p:spPr>
          <a:xfrm>
            <a:off x="1188720" y="24094440"/>
            <a:ext cx="7406640" cy="18425160"/>
          </a:xfrm>
          <a:prstGeom prst="rect">
            <a:avLst/>
          </a:prstGeom>
          <a:noFill/>
        </p:spPr>
        <p:txBody>
          <a:bodyPr wrap="square">
            <a:spAutoFit/>
          </a:bodyPr>
          <a:lstStyle/>
          <a:p>
            <a:pPr>
              <a:spcAft>
                <a:spcPts val="400"/>
              </a:spcAft>
            </a:pPr>
            <a:r>
              <a:rPr sz="2600" b="1">
                <a:solidFill>
                  <a:srgbClr val="2A78D6"/>
                </a:solidFill>
              </a:rPr>
              <a:t>1 · COLLECT</a:t>
            </a:r>
          </a:p>
          <a:p>
            <a:pPr>
              <a:spcAft>
                <a:spcPts val="1200"/>
              </a:spcAft>
            </a:pPr>
            <a:r>
              <a:rPr sz="2200" b="0">
                <a:solidFill>
                  <a:srgbClr val="0B0B0B"/>
                </a:solidFill>
              </a:rPr>
              <a:t>Library of Congress Chronicling America, public API. A fixed, direction-neutral query set sampled in all 768 months, so the corpus is continuous rather than selected around famous crashes. 761 months yield a scorable US-national forecast.</a:t>
            </a:r>
          </a:p>
          <a:p>
            <a:pPr>
              <a:spcAft>
                <a:spcPts val="400"/>
              </a:spcAft>
            </a:pPr>
            <a:r>
              <a:rPr sz="2600" b="1">
                <a:solidFill>
                  <a:srgbClr val="2A78D6"/>
                </a:solidFill>
              </a:rPr>
              <a:t>2 · EXTRACT</a:t>
            </a:r>
          </a:p>
          <a:p>
            <a:pPr>
              <a:spcAft>
                <a:spcPts val="1000"/>
              </a:spcAft>
            </a:pPr>
            <a:r>
              <a:rPr sz="2200" b="0">
                <a:solidFill>
                  <a:srgbClr val="0B0B0B"/>
                </a:solidFill>
              </a:rPr>
              <a:t>A language model reads each full page and returns structured forecasts. Measured against a gold standard of 16 pages annotated BEFORE any model ran — 52 forecasts plus 44 boundary cases (advertisements, serialised fiction, refusals to forecast):</a:t>
            </a:r>
          </a:p>
          <a:p>
            <a:pPr>
              <a:spcAft>
                <a:spcPts val="200"/>
              </a:spcAft>
            </a:pPr>
            <a:r>
              <a:rPr sz="2200" b="1">
                <a:solidFill>
                  <a:srgbClr val="0B0B0B"/>
                </a:solidFill>
              </a:rPr>
              <a:t>keyword regex, the standard approach       precision .61   recall .27</a:t>
            </a:r>
          </a:p>
          <a:p>
            <a:pPr>
              <a:spcAft>
                <a:spcPts val="1000"/>
              </a:spcAft>
            </a:pPr>
            <a:r>
              <a:rPr sz="2200" b="1">
                <a:solidFill>
                  <a:srgbClr val="0B0B0B"/>
                </a:solidFill>
              </a:rPr>
              <a:t>whole-page LLM reading                                 precision .84   recall .73</a:t>
            </a:r>
          </a:p>
          <a:p>
            <a:pPr>
              <a:spcAft>
                <a:spcPts val="1200"/>
              </a:spcAft>
            </a:pPr>
            <a:r>
              <a:rPr sz="2200" b="0">
                <a:solidFill>
                  <a:srgbClr val="0B0B0B"/>
                </a:solidFill>
              </a:rPr>
              <a:t>Keyword search loses roughly three forecasts in four — and distorts what it keeps. It retrieves advertising ("return of prosperity" appears on one gold page only inside a bank's New Year ad) and pulls a bullish 1907 forecast out of a passage headlined "Prophecies Gone Wrong" — a report that forecasters had been wrong — which then scores against the Panic and manufactures a signal out of nothing.</a:t>
            </a:r>
          </a:p>
          <a:p>
            <a:pPr>
              <a:spcAft>
                <a:spcPts val="400"/>
              </a:spcAft>
            </a:pPr>
            <a:r>
              <a:rPr sz="2600" b="1">
                <a:solidFill>
                  <a:srgbClr val="2A78D6"/>
                </a:solidFill>
              </a:rPr>
              <a:t>3 · SCORE</a:t>
            </a:r>
          </a:p>
          <a:p>
            <a:pPr>
              <a:spcAft>
                <a:spcPts val="1200"/>
              </a:spcAft>
            </a:pPr>
            <a:r>
              <a:rPr sz="2200" b="0">
                <a:solidFill>
                  <a:srgbClr val="0B0B0B"/>
                </a:solidFill>
              </a:rPr>
              <a:t>Deterministic; no model involved. 43% of extracted claims are not about the US economy (regional, industry, foreign) and would otherwise be graded against national statistics. Claims with no direction, foreign scope, or a date outside a series' coverage are marked UNSCORABLE with a recorded reason and left out — never guessed.</a:t>
            </a:r>
          </a:p>
          <a:p>
            <a:pPr>
              <a:spcAft>
                <a:spcPts val="400"/>
              </a:spcAft>
            </a:pPr>
            <a:r>
              <a:rPr sz="2600" b="1">
                <a:solidFill>
                  <a:srgbClr val="2A78D6"/>
                </a:solidFill>
              </a:rPr>
              <a:t>4 · ANALYSE</a:t>
            </a:r>
          </a:p>
          <a:p>
            <a:pPr>
              <a:spcAft>
                <a:spcPts val="1200"/>
              </a:spcAft>
            </a:pPr>
            <a:r>
              <a:rPr sz="2200" b="0">
                <a:solidFill>
                  <a:srgbClr val="0B0B0B"/>
                </a:solidFill>
              </a:rPr>
              <a:t>Forecasts within an era share wire copy and one macroeconomic reality, so the effective sample is ≈21 three-year blocks, not 14,251 claims. Every out-of-fold number uses leave-one-block-out CV; every interval is block-bootstrapped.</a:t>
            </a:r>
          </a:p>
          <a:p>
            <a:pPr>
              <a:spcAft>
                <a:spcPts val="0"/>
              </a:spcAft>
            </a:pPr>
            <a:r>
              <a:rPr sz="2200" b="1">
                <a:solidFill>
                  <a:srgbClr val="0B0B0B"/>
                </a:solidFill>
              </a:rPr>
              <a:t>VALIDATION — 33 known-answer scorer tests against a synthetic economy · 90 offline pipeline tests · total compute cost $24.97.</a:t>
            </a:r>
          </a:p>
        </p:txBody>
      </p:sp>
      <p:pic>
        <p:nvPicPr>
          <p:cNvPr id="35" name="Picture 34" descr="v2_fig1_fifteen_of_fifteen.png"/>
          <p:cNvPicPr>
            <a:picLocks noChangeAspect="1"/>
          </p:cNvPicPr>
          <p:nvPr/>
        </p:nvPicPr>
        <p:blipFill>
          <a:blip r:embed="rId3"/>
          <a:stretch>
            <a:fillRect/>
          </a:stretch>
        </p:blipFill>
        <p:spPr>
          <a:xfrm>
            <a:off x="10483596" y="6812280"/>
            <a:ext cx="12070080" cy="7397646"/>
          </a:xfrm>
          <a:prstGeom prst="rect">
            <a:avLst/>
          </a:prstGeom>
        </p:spPr>
      </p:pic>
      <p:pic>
        <p:nvPicPr>
          <p:cNvPr id="36" name="Picture 35" descr="v2_fig2_mechanism.png"/>
          <p:cNvPicPr>
            <a:picLocks noChangeAspect="1"/>
          </p:cNvPicPr>
          <p:nvPr/>
        </p:nvPicPr>
        <p:blipFill>
          <a:blip r:embed="rId4"/>
          <a:stretch>
            <a:fillRect/>
          </a:stretch>
        </p:blipFill>
        <p:spPr>
          <a:xfrm>
            <a:off x="10483596" y="15381583"/>
            <a:ext cx="12070080" cy="4728360"/>
          </a:xfrm>
          <a:prstGeom prst="rect">
            <a:avLst/>
          </a:prstGeom>
        </p:spPr>
      </p:pic>
      <p:pic>
        <p:nvPicPr>
          <p:cNvPr id="37" name="Picture 36" descr="v2_fig3_no_smart_paper.png"/>
          <p:cNvPicPr>
            <a:picLocks noChangeAspect="1"/>
          </p:cNvPicPr>
          <p:nvPr/>
        </p:nvPicPr>
        <p:blipFill>
          <a:blip r:embed="rId5"/>
          <a:stretch>
            <a:fillRect/>
          </a:stretch>
        </p:blipFill>
        <p:spPr>
          <a:xfrm>
            <a:off x="10483596" y="21281601"/>
            <a:ext cx="12070080" cy="6197522"/>
          </a:xfrm>
          <a:prstGeom prst="rect">
            <a:avLst/>
          </a:prstGeom>
        </p:spPr>
      </p:pic>
      <p:pic>
        <p:nvPicPr>
          <p:cNvPr id="38" name="Picture 37" descr="v2_fig4_nothing_transfers.png"/>
          <p:cNvPicPr>
            <a:picLocks noChangeAspect="1"/>
          </p:cNvPicPr>
          <p:nvPr/>
        </p:nvPicPr>
        <p:blipFill>
          <a:blip r:embed="rId6"/>
          <a:stretch>
            <a:fillRect/>
          </a:stretch>
        </p:blipFill>
        <p:spPr>
          <a:xfrm>
            <a:off x="10483596" y="28650780"/>
            <a:ext cx="12070080" cy="6751678"/>
          </a:xfrm>
          <a:prstGeom prst="rect">
            <a:avLst/>
          </a:prstGeom>
        </p:spPr>
      </p:pic>
      <p:pic>
        <p:nvPicPr>
          <p:cNvPr id="39" name="Picture 38" descr="v2_fig5_nobody_has_skill.png"/>
          <p:cNvPicPr>
            <a:picLocks noChangeAspect="1"/>
          </p:cNvPicPr>
          <p:nvPr/>
        </p:nvPicPr>
        <p:blipFill>
          <a:blip r:embed="rId7"/>
          <a:stretch>
            <a:fillRect/>
          </a:stretch>
        </p:blipFill>
        <p:spPr>
          <a:xfrm>
            <a:off x="10483596" y="36574116"/>
            <a:ext cx="12070080" cy="6036923"/>
          </a:xfrm>
          <a:prstGeom prst="rect">
            <a:avLst/>
          </a:prstGeom>
        </p:spPr>
      </p:pic>
      <p:sp>
        <p:nvSpPr>
          <p:cNvPr id="40" name="TextBox 39"/>
          <p:cNvSpPr txBox="1"/>
          <p:nvPr/>
        </p:nvSpPr>
        <p:spPr>
          <a:xfrm>
            <a:off x="24551640" y="7818120"/>
            <a:ext cx="7223760" cy="25786080"/>
          </a:xfrm>
          <a:prstGeom prst="rect">
            <a:avLst/>
          </a:prstGeom>
          <a:noFill/>
        </p:spPr>
        <p:txBody>
          <a:bodyPr wrap="square">
            <a:spAutoFit/>
          </a:bodyPr>
          <a:lstStyle/>
          <a:p>
            <a:pPr>
              <a:spcAft>
                <a:spcPts val="400"/>
              </a:spcAft>
            </a:pPr>
            <a:r>
              <a:rPr sz="2600" b="1">
                <a:solidFill>
                  <a:srgbClr val="0B0B0B"/>
                </a:solidFill>
              </a:rPr>
              <a:t>Optimism was structural, not stupidity.</a:t>
            </a:r>
          </a:p>
          <a:p>
            <a:pPr>
              <a:spcAft>
                <a:spcPts val="1200"/>
              </a:spcAft>
            </a:pPr>
            <a:r>
              <a:rPr sz="2200" b="0">
                <a:solidFill>
                  <a:srgbClr val="0B0B0B"/>
                </a:solidFill>
              </a:rPr>
              <a:t>The economy really does expand most of the time, so a permanent bull is right more often than not. What the record shows is not that forecasters were foolish, but that the press published a FIXED ratio of optimism that carried no information about conditions. The signal was never in the direction of the forecast — there was no signal.</a:t>
            </a:r>
          </a:p>
          <a:p>
            <a:pPr>
              <a:spcAft>
                <a:spcPts val="400"/>
              </a:spcAft>
            </a:pPr>
            <a:r>
              <a:rPr sz="2600" b="1">
                <a:solidFill>
                  <a:srgbClr val="0B0B0B"/>
                </a:solidFill>
              </a:rPr>
              <a:t>The professionals are no better.</a:t>
            </a:r>
          </a:p>
          <a:p>
            <a:pPr>
              <a:spcAft>
                <a:spcPts val="1200"/>
              </a:spcAft>
            </a:pPr>
            <a:r>
              <a:rPr sz="2200" b="0">
                <a:solidFill>
                  <a:srgbClr val="0B0B0B"/>
                </a:solidFill>
              </a:rPr>
              <a:t>This is what stops the finding reading as "old newspapers were dumb." The Fed's own staff, with modern national accounts, scored 54% and had essentially zero skill over the naive rule; the Greenbook predicted "worsen" 6 times in 490 forecasts and got 0 of 6 right. Sixty years of newspapers and sixty years of professional macroeconomics land in the same place.</a:t>
            </a:r>
          </a:p>
          <a:p>
            <a:pPr>
              <a:spcAft>
                <a:spcPts val="400"/>
              </a:spcAft>
            </a:pPr>
            <a:r>
              <a:rPr sz="2600" b="1">
                <a:solidFill>
                  <a:srgbClr val="0B0B0B"/>
                </a:solidFill>
              </a:rPr>
              <a:t>Sixty years, no improvement.</a:t>
            </a:r>
          </a:p>
          <a:p>
            <a:pPr>
              <a:spcAft>
                <a:spcPts val="1200"/>
              </a:spcAft>
            </a:pPr>
            <a:r>
              <a:rPr sz="2200" b="0">
                <a:solidFill>
                  <a:srgbClr val="0B0B0B"/>
                </a:solidFill>
              </a:rPr>
              <a:t>Annual accuracy trends +0.002 per decade (p = 0.87) across 1900–1963. Two world wars, the Depression and the founding of modern macroeconomics produced no measurable gain.</a:t>
            </a:r>
          </a:p>
          <a:p>
            <a:pPr>
              <a:spcAft>
                <a:spcPts val="400"/>
              </a:spcAft>
            </a:pPr>
            <a:r>
              <a:rPr sz="2600" b="1">
                <a:solidFill>
                  <a:srgbClr val="EB6834"/>
                </a:solidFill>
              </a:rPr>
              <a:t>Should we train a neural network? We measured instead of guessing.</a:t>
            </a:r>
          </a:p>
          <a:p>
            <a:pPr>
              <a:spcAft>
                <a:spcPts val="1200"/>
              </a:spcAft>
            </a:pPr>
            <a:r>
              <a:rPr sz="2200" b="0">
                <a:solidFill>
                  <a:srgbClr val="0B0B0B"/>
                </a:solidFill>
              </a:rPr>
              <a:t>The full text of a forecast, given 24,598 features, reaches AUC 0.91 in sample and 0.54 out of fold. The binding constraint is not model capacity — it is that sixty years of forecasts contain only ~21 independent time blocks. More parameters is the one intervention that provably cannot fix that: a larger model would memorise harder and transfer no better.</a:t>
            </a:r>
          </a:p>
          <a:p>
            <a:pPr>
              <a:spcAft>
                <a:spcPts val="400"/>
              </a:spcAft>
            </a:pPr>
            <a:r>
              <a:rPr sz="2600" b="1">
                <a:solidFill>
                  <a:srgbClr val="0B0B0B"/>
                </a:solidFill>
              </a:rPr>
              <a:t>Two findings reversed under more data — and we report both.</a:t>
            </a:r>
          </a:p>
          <a:p>
            <a:pPr>
              <a:spcAft>
                <a:spcPts val="1200"/>
              </a:spcAft>
            </a:pPr>
            <a:r>
              <a:rPr sz="2200" b="0">
                <a:solidFill>
                  <a:srgbClr val="0B0B0B"/>
                </a:solidFill>
              </a:rPr>
              <a:t>On a crisis-only corpus (n = 232), forecasts that swam against the press consensus looked MORE accurate (52% vs 43%). On the full continuous corpus (n = 1,967) it reverses: 38.7% vs 53.3%. Separately, a benchmark this project previously reported did not survive recovering its deleted source data, and is corrected in Panel 5. Both are the argument for a continuous corpus over sampling around famous crashes.</a:t>
            </a:r>
          </a:p>
          <a:p>
            <a:pPr>
              <a:spcAft>
                <a:spcPts val="400"/>
              </a:spcAft>
            </a:pPr>
            <a:r>
              <a:rPr sz="2600" b="1">
                <a:solidFill>
                  <a:srgbClr val="0B0B0B"/>
                </a:solidFill>
              </a:rPr>
              <a:t>LIMITATIONS</a:t>
            </a:r>
          </a:p>
          <a:p>
            <a:pPr>
              <a:spcAft>
                <a:spcPts val="1200"/>
              </a:spcAft>
            </a:pPr>
            <a:r>
              <a:rPr sz="2200" b="0">
                <a:solidFill>
                  <a:srgbClr val="0B0B0B"/>
                </a:solidFill>
              </a:rPr>
              <a:t>Extraction quality is the binding limitation: this corpus was extracted at F1 = 0.527 to fit a $30 budget, against 0.784 for the best extractor tested, which would have cost $404. The gold standard is model-adjudicated, not human — a two-person recode is the outstanding step. Coverage thins after 1940. The scope filter is not neutral: discarded regional and foreign claims are MORE optimistic (78.7% vs 73.1%), so true press-wide optimism is somewhat higher than we report.</a:t>
            </a:r>
          </a:p>
          <a:p>
            <a:pPr>
              <a:spcAft>
                <a:spcPts val="0"/>
              </a:spcAft>
            </a:pPr>
            <a:r>
              <a:rPr sz="2600" b="1">
                <a:solidFill>
                  <a:srgbClr val="EB6834"/>
                </a:solidFill>
              </a:rPr>
              <a:t>Before all fifteen downturns of the era, the American press said things would get better.</a:t>
            </a:r>
          </a:p>
        </p:txBody>
      </p:sp>
      <p:sp>
        <p:nvSpPr>
          <p:cNvPr id="41" name="TextBox 40"/>
          <p:cNvSpPr txBox="1"/>
          <p:nvPr/>
        </p:nvSpPr>
        <p:spPr>
          <a:xfrm>
            <a:off x="24551640" y="35615880"/>
            <a:ext cx="7223760" cy="2606040"/>
          </a:xfrm>
          <a:prstGeom prst="rect">
            <a:avLst/>
          </a:prstGeom>
          <a:noFill/>
        </p:spPr>
        <p:txBody>
          <a:bodyPr wrap="square">
            <a:spAutoFit/>
          </a:bodyPr>
          <a:lstStyle/>
          <a:p>
            <a:pPr>
              <a:spcAft>
                <a:spcPts val="0"/>
              </a:spcAft>
            </a:pPr>
            <a:r>
              <a:rPr sz="1700" b="0">
                <a:solidFill>
                  <a:srgbClr val="0B0B0B"/>
                </a:solidFill>
              </a:rPr>
              <a:t>1. Library of Congress, Chronicling America: Historic American Newspapers.  2. NBER, US Business Cycle Expansions and Contractions.  3. Federal Reserve Bank of St. Louis, FRED (INDPRO, CPIAUCNS, UNRATE, NBER historical stock index).  4. Federal Reserve Board, Greenbook Forecast Data Sets, 1967–2020.  5. Federal Reserve Bank of Philadelphia, Survey of Professional Forecasters; Livingston Survey.  6. Baker, Bloom &amp; Davis (2016), Measuring Economic Policy Uncertainty, QJE 131(4).</a:t>
            </a:r>
          </a:p>
        </p:txBody>
      </p:sp>
      <p:sp>
        <p:nvSpPr>
          <p:cNvPr id="42" name="TextBox 41"/>
          <p:cNvSpPr txBox="1"/>
          <p:nvPr/>
        </p:nvSpPr>
        <p:spPr>
          <a:xfrm>
            <a:off x="24551640" y="40462200"/>
            <a:ext cx="7223760" cy="2331720"/>
          </a:xfrm>
          <a:prstGeom prst="rect">
            <a:avLst/>
          </a:prstGeom>
          <a:noFill/>
        </p:spPr>
        <p:txBody>
          <a:bodyPr wrap="square">
            <a:spAutoFit/>
          </a:bodyPr>
          <a:lstStyle/>
          <a:p>
            <a:pPr>
              <a:spcAft>
                <a:spcPts val="0"/>
              </a:spcAft>
            </a:pPr>
            <a:r>
              <a:rPr sz="1700" b="0">
                <a:solidFill>
                  <a:srgbClr val="0B0B0B"/>
                </a:solidFill>
              </a:rPr>
              <a:t>Boston University RISE Practicum. Newspaper data from the Library of Congress; business-cycle dates from the National Bureau of Economic Research; economic series from the Federal Reserve — all public and free to use. Total compute cost $24.97.</a:t>
            </a:r>
          </a:p>
        </p:txBody>
      </p:sp>
    </p:spTree>
    <p:extLst>
      <p:ext uri="{BB962C8B-B14F-4D97-AF65-F5344CB8AC3E}">
        <p14:creationId xmlns:p14="http://schemas.microsoft.com/office/powerpoint/2010/main" val="1508868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324380" y="823388"/>
            <a:ext cx="30278004" cy="3631761"/>
          </a:xfrm>
          <a:prstGeom prst="rect">
            <a:avLst/>
          </a:prstGeom>
          <a:noFill/>
        </p:spPr>
        <p:txBody>
          <a:bodyPr wrap="square" lIns="91438" tIns="45719" rIns="91438" bIns="45719" rtlCol="0">
            <a:spAutoFit/>
          </a:bodyPr>
          <a:lstStyle/>
          <a:p>
            <a:pPr algn="ctr"/>
            <a:r>
              <a:rPr lang="en-US" sz="9800" dirty="0"/>
              <a:t>Research Poster Title</a:t>
            </a:r>
          </a:p>
          <a:p>
            <a:pPr algn="ctr"/>
            <a:r>
              <a:rPr lang="en-US" sz="6600" b="1" dirty="0"/>
              <a:t>RISE </a:t>
            </a:r>
            <a:r>
              <a:rPr lang="en-US" sz="6600" b="1" dirty="0">
                <a:solidFill>
                  <a:srgbClr val="FF0000"/>
                </a:solidFill>
                <a:highlight>
                  <a:srgbClr val="FFFF00"/>
                </a:highlight>
              </a:rPr>
              <a:t>Intern</a:t>
            </a:r>
            <a:r>
              <a:rPr lang="en-US" sz="6600" b="1" dirty="0"/>
              <a:t> FN and LN</a:t>
            </a:r>
            <a:r>
              <a:rPr lang="en-US" sz="6600" b="1" baseline="30000" dirty="0"/>
              <a:t>1,2</a:t>
            </a:r>
            <a:r>
              <a:rPr lang="en-US" sz="6600" b="1" dirty="0"/>
              <a:t>, Other Lab Contributors</a:t>
            </a:r>
            <a:r>
              <a:rPr lang="en-US" sz="6600" b="1" baseline="30000" dirty="0"/>
              <a:t>2</a:t>
            </a:r>
            <a:r>
              <a:rPr lang="en-US" sz="6600" b="1" dirty="0"/>
              <a:t>, Professor</a:t>
            </a:r>
            <a:r>
              <a:rPr lang="en-US" sz="6600" b="1" baseline="30000" dirty="0"/>
              <a:t>2</a:t>
            </a:r>
            <a:endParaRPr lang="en-US" sz="6600" b="1" dirty="0"/>
          </a:p>
          <a:p>
            <a:pPr algn="ctr"/>
            <a:r>
              <a:rPr lang="en-US" sz="6600" dirty="0"/>
              <a:t>RISE Intern High School Name, HS Address</a:t>
            </a:r>
            <a:r>
              <a:rPr lang="en-US" sz="6600" baseline="30000" dirty="0"/>
              <a:t>1</a:t>
            </a:r>
            <a:r>
              <a:rPr lang="en-US" sz="6600" dirty="0"/>
              <a:t>, Institution Name, Institution Address</a:t>
            </a:r>
            <a:r>
              <a:rPr lang="en-US" sz="6600" baseline="30000" dirty="0"/>
              <a:t>2</a:t>
            </a:r>
            <a:endParaRPr lang="en-US" sz="6600" dirty="0"/>
          </a:p>
        </p:txBody>
      </p:sp>
      <p:sp>
        <p:nvSpPr>
          <p:cNvPr id="18" name="Rounded Rectangle 17"/>
          <p:cNvSpPr/>
          <p:nvPr/>
        </p:nvSpPr>
        <p:spPr>
          <a:xfrm>
            <a:off x="837224" y="34075839"/>
            <a:ext cx="21122945" cy="8810041"/>
          </a:xfrm>
          <a:prstGeom prst="roundRect">
            <a:avLst>
              <a:gd name="adj" fmla="val 7569"/>
            </a:avLst>
          </a:prstGeom>
          <a:noFill/>
          <a:ln w="76200" cmpd="sng">
            <a:solidFill>
              <a:schemeClr val="tx1"/>
            </a:solidFill>
          </a:ln>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p>
        </p:txBody>
      </p:sp>
      <p:sp>
        <p:nvSpPr>
          <p:cNvPr id="20" name="TextBox 19"/>
          <p:cNvSpPr txBox="1"/>
          <p:nvPr/>
        </p:nvSpPr>
        <p:spPr>
          <a:xfrm>
            <a:off x="15109808" y="5378649"/>
            <a:ext cx="2707147" cy="1107994"/>
          </a:xfrm>
          <a:prstGeom prst="rect">
            <a:avLst/>
          </a:prstGeom>
          <a:noFill/>
        </p:spPr>
        <p:txBody>
          <a:bodyPr wrap="none" lIns="91438" tIns="45719" rIns="91438" bIns="45719" rtlCol="0">
            <a:spAutoFit/>
          </a:bodyPr>
          <a:lstStyle/>
          <a:p>
            <a:pPr algn="ctr"/>
            <a:r>
              <a:rPr lang="en-US" sz="6600" b="1" dirty="0"/>
              <a:t>Results</a:t>
            </a:r>
          </a:p>
        </p:txBody>
      </p:sp>
      <p:sp>
        <p:nvSpPr>
          <p:cNvPr id="22" name="TextBox 21"/>
          <p:cNvSpPr txBox="1"/>
          <p:nvPr/>
        </p:nvSpPr>
        <p:spPr>
          <a:xfrm>
            <a:off x="25716923" y="34075839"/>
            <a:ext cx="4040141" cy="1107994"/>
          </a:xfrm>
          <a:prstGeom prst="rect">
            <a:avLst/>
          </a:prstGeom>
          <a:noFill/>
        </p:spPr>
        <p:txBody>
          <a:bodyPr wrap="none" lIns="91438" tIns="45719" rIns="91438" bIns="45719" rtlCol="0">
            <a:spAutoFit/>
          </a:bodyPr>
          <a:lstStyle/>
          <a:p>
            <a:pPr algn="ctr"/>
            <a:r>
              <a:rPr lang="en-US" sz="6600" b="1" dirty="0"/>
              <a:t>References</a:t>
            </a:r>
          </a:p>
        </p:txBody>
      </p:sp>
      <p:sp>
        <p:nvSpPr>
          <p:cNvPr id="23" name="TextBox 22"/>
          <p:cNvSpPr txBox="1"/>
          <p:nvPr/>
        </p:nvSpPr>
        <p:spPr>
          <a:xfrm>
            <a:off x="24189037" y="38873983"/>
            <a:ext cx="7095913" cy="1107994"/>
          </a:xfrm>
          <a:prstGeom prst="rect">
            <a:avLst/>
          </a:prstGeom>
          <a:noFill/>
        </p:spPr>
        <p:txBody>
          <a:bodyPr wrap="none" lIns="91438" tIns="45719" rIns="91438" bIns="45719" rtlCol="0">
            <a:spAutoFit/>
          </a:bodyPr>
          <a:lstStyle/>
          <a:p>
            <a:pPr algn="ctr"/>
            <a:r>
              <a:rPr lang="en-US" sz="6600" b="1" dirty="0"/>
              <a:t>Acknowledgements</a:t>
            </a:r>
          </a:p>
        </p:txBody>
      </p:sp>
      <p:sp>
        <p:nvSpPr>
          <p:cNvPr id="24" name="Rounded Rectangle 23"/>
          <p:cNvSpPr/>
          <p:nvPr/>
        </p:nvSpPr>
        <p:spPr>
          <a:xfrm>
            <a:off x="22591060" y="5007631"/>
            <a:ext cx="9563754" cy="28468752"/>
          </a:xfrm>
          <a:prstGeom prst="roundRect">
            <a:avLst>
              <a:gd name="adj" fmla="val 7569"/>
            </a:avLst>
          </a:prstGeom>
          <a:noFill/>
          <a:ln w="76200" cmpd="sng">
            <a:solidFill>
              <a:schemeClr val="tx1"/>
            </a:solidFill>
          </a:ln>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p>
        </p:txBody>
      </p:sp>
      <p:sp>
        <p:nvSpPr>
          <p:cNvPr id="26" name="TextBox 25"/>
          <p:cNvSpPr txBox="1"/>
          <p:nvPr/>
        </p:nvSpPr>
        <p:spPr>
          <a:xfrm>
            <a:off x="25204684" y="5378649"/>
            <a:ext cx="4694316" cy="2123656"/>
          </a:xfrm>
          <a:prstGeom prst="rect">
            <a:avLst/>
          </a:prstGeom>
          <a:noFill/>
        </p:spPr>
        <p:txBody>
          <a:bodyPr wrap="square" lIns="91438" tIns="45719" rIns="91438" bIns="45719" rtlCol="0">
            <a:spAutoFit/>
          </a:bodyPr>
          <a:lstStyle/>
          <a:p>
            <a:pPr algn="ctr"/>
            <a:r>
              <a:rPr lang="en-US" sz="6600" b="1" dirty="0"/>
              <a:t>Discussion/</a:t>
            </a:r>
          </a:p>
          <a:p>
            <a:pPr algn="ctr"/>
            <a:r>
              <a:rPr lang="en-US" sz="6600" b="1" dirty="0"/>
              <a:t>Conclusions</a:t>
            </a:r>
          </a:p>
        </p:txBody>
      </p:sp>
      <p:sp>
        <p:nvSpPr>
          <p:cNvPr id="27" name="TextBox 26"/>
          <p:cNvSpPr txBox="1"/>
          <p:nvPr/>
        </p:nvSpPr>
        <p:spPr>
          <a:xfrm>
            <a:off x="9729138" y="34310047"/>
            <a:ext cx="3339115" cy="1107994"/>
          </a:xfrm>
          <a:prstGeom prst="rect">
            <a:avLst/>
          </a:prstGeom>
          <a:noFill/>
        </p:spPr>
        <p:txBody>
          <a:bodyPr wrap="none" lIns="91438" tIns="45719" rIns="91438" bIns="45719" rtlCol="0">
            <a:spAutoFit/>
          </a:bodyPr>
          <a:lstStyle/>
          <a:p>
            <a:pPr algn="ctr"/>
            <a:r>
              <a:rPr lang="en-US" sz="6600" b="1" dirty="0"/>
              <a:t>Methods</a:t>
            </a:r>
          </a:p>
        </p:txBody>
      </p:sp>
      <p:sp>
        <p:nvSpPr>
          <p:cNvPr id="28" name="TextBox 27"/>
          <p:cNvSpPr txBox="1"/>
          <p:nvPr/>
        </p:nvSpPr>
        <p:spPr>
          <a:xfrm>
            <a:off x="3388745" y="5433613"/>
            <a:ext cx="4568746" cy="1107994"/>
          </a:xfrm>
          <a:prstGeom prst="rect">
            <a:avLst/>
          </a:prstGeom>
          <a:noFill/>
        </p:spPr>
        <p:txBody>
          <a:bodyPr wrap="none" lIns="91438" tIns="45719" rIns="91438" bIns="45719" rtlCol="0">
            <a:spAutoFit/>
          </a:bodyPr>
          <a:lstStyle/>
          <a:p>
            <a:pPr algn="ctr"/>
            <a:r>
              <a:rPr lang="en-US" sz="6600" b="1" dirty="0"/>
              <a:t>Introduction</a:t>
            </a:r>
          </a:p>
        </p:txBody>
      </p:sp>
      <p:sp>
        <p:nvSpPr>
          <p:cNvPr id="29" name="Rounded Rectangle 28"/>
          <p:cNvSpPr/>
          <p:nvPr/>
        </p:nvSpPr>
        <p:spPr>
          <a:xfrm>
            <a:off x="11139906" y="5007632"/>
            <a:ext cx="10820263" cy="28468751"/>
          </a:xfrm>
          <a:prstGeom prst="roundRect">
            <a:avLst>
              <a:gd name="adj" fmla="val 7569"/>
            </a:avLst>
          </a:prstGeom>
          <a:noFill/>
          <a:ln w="76200" cmpd="sng">
            <a:solidFill>
              <a:schemeClr val="tx1"/>
            </a:solidFill>
          </a:ln>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p>
        </p:txBody>
      </p:sp>
      <p:sp>
        <p:nvSpPr>
          <p:cNvPr id="30" name="Rounded Rectangle 29"/>
          <p:cNvSpPr/>
          <p:nvPr/>
        </p:nvSpPr>
        <p:spPr>
          <a:xfrm>
            <a:off x="22591060" y="38842984"/>
            <a:ext cx="9563753" cy="4116135"/>
          </a:xfrm>
          <a:prstGeom prst="roundRect">
            <a:avLst>
              <a:gd name="adj" fmla="val 7569"/>
            </a:avLst>
          </a:prstGeom>
          <a:noFill/>
          <a:ln w="76200" cmpd="sng">
            <a:solidFill>
              <a:schemeClr val="tx1"/>
            </a:solidFill>
          </a:ln>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p>
        </p:txBody>
      </p:sp>
      <p:sp>
        <p:nvSpPr>
          <p:cNvPr id="31" name="Rounded Rectangle 30"/>
          <p:cNvSpPr/>
          <p:nvPr/>
        </p:nvSpPr>
        <p:spPr>
          <a:xfrm>
            <a:off x="22591060" y="34028865"/>
            <a:ext cx="9563753" cy="4261637"/>
          </a:xfrm>
          <a:prstGeom prst="roundRect">
            <a:avLst>
              <a:gd name="adj" fmla="val 7569"/>
            </a:avLst>
          </a:prstGeom>
          <a:noFill/>
          <a:ln w="76200" cmpd="sng">
            <a:solidFill>
              <a:schemeClr val="tx1"/>
            </a:solidFill>
          </a:ln>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p>
        </p:txBody>
      </p:sp>
      <p:sp>
        <p:nvSpPr>
          <p:cNvPr id="32" name="Rounded Rectangle 31"/>
          <p:cNvSpPr/>
          <p:nvPr/>
        </p:nvSpPr>
        <p:spPr>
          <a:xfrm>
            <a:off x="837225" y="5007631"/>
            <a:ext cx="9671790" cy="28468751"/>
          </a:xfrm>
          <a:prstGeom prst="roundRect">
            <a:avLst>
              <a:gd name="adj" fmla="val 7569"/>
            </a:avLst>
          </a:prstGeom>
          <a:noFill/>
          <a:ln w="76200" cmpd="sng">
            <a:solidFill>
              <a:schemeClr val="tx1"/>
            </a:solidFill>
          </a:ln>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p>
        </p:txBody>
      </p:sp>
      <p:pic>
        <p:nvPicPr>
          <p:cNvPr id="16" name="Picture 1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7225" y="823388"/>
            <a:ext cx="4312197" cy="1934413"/>
          </a:xfrm>
          <a:prstGeom prst="rect">
            <a:avLst/>
          </a:prstGeom>
        </p:spPr>
      </p:pic>
    </p:spTree>
    <p:extLst>
      <p:ext uri="{BB962C8B-B14F-4D97-AF65-F5344CB8AC3E}">
        <p14:creationId xmlns:p14="http://schemas.microsoft.com/office/powerpoint/2010/main" val="28229418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76200" cmpd="sng">
          <a:solidFill>
            <a:schemeClr val="tx1"/>
          </a:solidFill>
        </a:ln>
        <a:effectLst/>
      </a:spPr>
      <a:bodyPr lIns="91438" tIns="45719" rIns="91438" bIns="45719" rtlCol="0" anchor="ctr"/>
      <a:lstStyle>
        <a:defPPr algn="ctr">
          <a:defRPr dirty="0"/>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9f954a46-ab4f-4ef1-b72b-8f7e89c4546f" xsi:nil="true"/>
    <lcf76f155ced4ddcb4097134ff3c332f xmlns="c183391b-b66e-4320-b008-72e00474d11f">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ACF4CCF2804154787FE44712ADF5DBC" ma:contentTypeVersion="11" ma:contentTypeDescription="Create a new document." ma:contentTypeScope="" ma:versionID="eabd65b4d5d245c9b48b8a74641a9410">
  <xsd:schema xmlns:xsd="http://www.w3.org/2001/XMLSchema" xmlns:xs="http://www.w3.org/2001/XMLSchema" xmlns:p="http://schemas.microsoft.com/office/2006/metadata/properties" xmlns:ns2="c183391b-b66e-4320-b008-72e00474d11f" xmlns:ns3="9f954a46-ab4f-4ef1-b72b-8f7e89c4546f" targetNamespace="http://schemas.microsoft.com/office/2006/metadata/properties" ma:root="true" ma:fieldsID="c346e909859880a5877938c1b3cacfed" ns2:_="" ns3:_="">
    <xsd:import namespace="c183391b-b66e-4320-b008-72e00474d11f"/>
    <xsd:import namespace="9f954a46-ab4f-4ef1-b72b-8f7e89c4546f"/>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183391b-b66e-4320-b008-72e00474d11f"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30fdde71-3d84-4f2a-8a39-a81d5da30a6e"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description="" ma:hidden="true" ma:indexed="true" ma:internalName="MediaServiceDateTake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f954a46-ab4f-4ef1-b72b-8f7e89c4546f"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4584e5de-7e7c-447a-a7bf-c1598a85468f}" ma:internalName="TaxCatchAll" ma:showField="CatchAllData" ma:web="9f954a46-ab4f-4ef1-b72b-8f7e89c4546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39FF738-62BE-4CBA-9ACC-F010B63A0018}">
  <ds:schemaRefs>
    <ds:schemaRef ds:uri="http://schemas.microsoft.com/office/2006/metadata/properties"/>
    <ds:schemaRef ds:uri="http://schemas.microsoft.com/office/infopath/2007/PartnerControls"/>
    <ds:schemaRef ds:uri="9f954a46-ab4f-4ef1-b72b-8f7e89c4546f"/>
    <ds:schemaRef ds:uri="c183391b-b66e-4320-b008-72e00474d11f"/>
  </ds:schemaRefs>
</ds:datastoreItem>
</file>

<file path=customXml/itemProps2.xml><?xml version="1.0" encoding="utf-8"?>
<ds:datastoreItem xmlns:ds="http://schemas.openxmlformats.org/officeDocument/2006/customXml" ds:itemID="{AC3D3F8A-5FA7-46A3-880D-0889BB90CD3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183391b-b66e-4320-b008-72e00474d11f"/>
    <ds:schemaRef ds:uri="9f954a46-ab4f-4ef1-b72b-8f7e89c4546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E277653-0E04-49B9-BEE8-112CA445CD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1455</TotalTime>
  <Words>72</Words>
  <Application>Microsoft Office PowerPoint</Application>
  <PresentationFormat>Custom</PresentationFormat>
  <Paragraphs>20</Paragraphs>
  <Slides>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PowerPoint Presentation</vt:lpstr>
      <vt:lpstr>PowerPoint Presentation</vt:lpstr>
    </vt:vector>
  </TitlesOfParts>
  <Company>Cornell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Anna Greenswag</dc:creator>
  <cp:lastModifiedBy>Speth, Mary Kathleen</cp:lastModifiedBy>
  <cp:revision>230</cp:revision>
  <cp:lastPrinted>2014-04-24T13:35:43Z</cp:lastPrinted>
  <dcterms:created xsi:type="dcterms:W3CDTF">2014-04-07T21:10:39Z</dcterms:created>
  <dcterms:modified xsi:type="dcterms:W3CDTF">2026-07-22T17:48:01Z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0x010100DACF4CCF2804154787FE44712ADF5DBC</vt:lpwstr>
  </property>
  <property fmtid="{D5CDD505-2E9C-101B-9397-08002B2CF9AE}" pid="3" name="MediaServiceImageTags">
    <vt:lpwstr/>
  </property>
</Properties>
</file>