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Lst>
  <p:sldSz cy="43891200" cx="329184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9756">
          <p15:clr>
            <a:srgbClr val="A4A3A4"/>
          </p15:clr>
        </p15:guide>
        <p15:guide id="2" pos="17588">
          <p15:clr>
            <a:srgbClr val="A4A3A4"/>
          </p15:clr>
        </p15:guide>
        <p15:guide id="3" pos="2025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9756" orient="horz"/>
        <p:guide pos="17588"/>
        <p:guide pos="202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2468880" y="13634724"/>
            <a:ext cx="27980640" cy="9408160"/>
          </a:xfrm>
          <a:prstGeom prst="rect">
            <a:avLst/>
          </a:prstGeom>
          <a:noFill/>
          <a:ln>
            <a:noFill/>
          </a:ln>
        </p:spPr>
        <p:txBody>
          <a:bodyPr anchorCtr="0" anchor="ctr" bIns="188100" lIns="376200" spcFirstLastPara="1" rIns="376200" wrap="square" tIns="1881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subTitle"/>
          </p:nvPr>
        </p:nvSpPr>
        <p:spPr>
          <a:xfrm>
            <a:off x="4937760" y="24871680"/>
            <a:ext cx="23042880" cy="11216640"/>
          </a:xfrm>
          <a:prstGeom prst="rect">
            <a:avLst/>
          </a:prstGeom>
          <a:noFill/>
          <a:ln>
            <a:noFill/>
          </a:ln>
        </p:spPr>
        <p:txBody>
          <a:bodyPr anchorCtr="0" anchor="t" bIns="188100" lIns="376200" spcFirstLastPara="1" rIns="376200" wrap="square" tIns="188100">
            <a:normAutofit/>
          </a:bodyPr>
          <a:lstStyle>
            <a:lvl1pPr lvl="0" algn="ctr">
              <a:lnSpc>
                <a:spcPct val="100000"/>
              </a:lnSpc>
              <a:spcBef>
                <a:spcPts val="2640"/>
              </a:spcBef>
              <a:spcAft>
                <a:spcPts val="0"/>
              </a:spcAft>
              <a:buClr>
                <a:srgbClr val="888888"/>
              </a:buClr>
              <a:buSzPts val="13200"/>
              <a:buNone/>
              <a:defRPr>
                <a:solidFill>
                  <a:srgbClr val="888888"/>
                </a:solidFill>
              </a:defRPr>
            </a:lvl1pPr>
            <a:lvl2pPr lvl="1" algn="ctr">
              <a:lnSpc>
                <a:spcPct val="100000"/>
              </a:lnSpc>
              <a:spcBef>
                <a:spcPts val="2320"/>
              </a:spcBef>
              <a:spcAft>
                <a:spcPts val="0"/>
              </a:spcAft>
              <a:buClr>
                <a:srgbClr val="888888"/>
              </a:buClr>
              <a:buSzPts val="11600"/>
              <a:buNone/>
              <a:defRPr>
                <a:solidFill>
                  <a:srgbClr val="888888"/>
                </a:solidFill>
              </a:defRPr>
            </a:lvl2pPr>
            <a:lvl3pPr lvl="2" algn="ctr">
              <a:lnSpc>
                <a:spcPct val="100000"/>
              </a:lnSpc>
              <a:spcBef>
                <a:spcPts val="1980"/>
              </a:spcBef>
              <a:spcAft>
                <a:spcPts val="0"/>
              </a:spcAft>
              <a:buClr>
                <a:srgbClr val="888888"/>
              </a:buClr>
              <a:buSzPts val="9900"/>
              <a:buNone/>
              <a:defRPr>
                <a:solidFill>
                  <a:srgbClr val="888888"/>
                </a:solidFill>
              </a:defRPr>
            </a:lvl3pPr>
            <a:lvl4pPr lvl="3" algn="ctr">
              <a:lnSpc>
                <a:spcPct val="100000"/>
              </a:lnSpc>
              <a:spcBef>
                <a:spcPts val="1660"/>
              </a:spcBef>
              <a:spcAft>
                <a:spcPts val="0"/>
              </a:spcAft>
              <a:buClr>
                <a:srgbClr val="888888"/>
              </a:buClr>
              <a:buSzPts val="8300"/>
              <a:buNone/>
              <a:defRPr>
                <a:solidFill>
                  <a:srgbClr val="888888"/>
                </a:solidFill>
              </a:defRPr>
            </a:lvl4pPr>
            <a:lvl5pPr lvl="4" algn="ctr">
              <a:lnSpc>
                <a:spcPct val="100000"/>
              </a:lnSpc>
              <a:spcBef>
                <a:spcPts val="1660"/>
              </a:spcBef>
              <a:spcAft>
                <a:spcPts val="0"/>
              </a:spcAft>
              <a:buClr>
                <a:srgbClr val="888888"/>
              </a:buClr>
              <a:buSzPts val="8300"/>
              <a:buNone/>
              <a:defRPr>
                <a:solidFill>
                  <a:srgbClr val="888888"/>
                </a:solidFill>
              </a:defRPr>
            </a:lvl5pPr>
            <a:lvl6pPr lvl="5" algn="ctr">
              <a:lnSpc>
                <a:spcPct val="100000"/>
              </a:lnSpc>
              <a:spcBef>
                <a:spcPts val="1660"/>
              </a:spcBef>
              <a:spcAft>
                <a:spcPts val="0"/>
              </a:spcAft>
              <a:buClr>
                <a:srgbClr val="888888"/>
              </a:buClr>
              <a:buSzPts val="8300"/>
              <a:buNone/>
              <a:defRPr>
                <a:solidFill>
                  <a:srgbClr val="888888"/>
                </a:solidFill>
              </a:defRPr>
            </a:lvl6pPr>
            <a:lvl7pPr lvl="6" algn="ctr">
              <a:lnSpc>
                <a:spcPct val="100000"/>
              </a:lnSpc>
              <a:spcBef>
                <a:spcPts val="1660"/>
              </a:spcBef>
              <a:spcAft>
                <a:spcPts val="0"/>
              </a:spcAft>
              <a:buClr>
                <a:srgbClr val="888888"/>
              </a:buClr>
              <a:buSzPts val="8300"/>
              <a:buNone/>
              <a:defRPr>
                <a:solidFill>
                  <a:srgbClr val="888888"/>
                </a:solidFill>
              </a:defRPr>
            </a:lvl7pPr>
            <a:lvl8pPr lvl="7" algn="ctr">
              <a:lnSpc>
                <a:spcPct val="100000"/>
              </a:lnSpc>
              <a:spcBef>
                <a:spcPts val="1660"/>
              </a:spcBef>
              <a:spcAft>
                <a:spcPts val="0"/>
              </a:spcAft>
              <a:buClr>
                <a:srgbClr val="888888"/>
              </a:buClr>
              <a:buSzPts val="8300"/>
              <a:buNone/>
              <a:defRPr>
                <a:solidFill>
                  <a:srgbClr val="888888"/>
                </a:solidFill>
              </a:defRPr>
            </a:lvl8pPr>
            <a:lvl9pPr lvl="8" algn="ctr">
              <a:lnSpc>
                <a:spcPct val="100000"/>
              </a:lnSpc>
              <a:spcBef>
                <a:spcPts val="1660"/>
              </a:spcBef>
              <a:spcAft>
                <a:spcPts val="0"/>
              </a:spcAft>
              <a:buClr>
                <a:srgbClr val="888888"/>
              </a:buClr>
              <a:buSzPts val="8300"/>
              <a:buNone/>
              <a:defRPr>
                <a:solidFill>
                  <a:srgbClr val="888888"/>
                </a:solidFill>
              </a:defRPr>
            </a:lvl9pPr>
          </a:lstStyle>
          <a:p/>
        </p:txBody>
      </p:sp>
      <p:sp>
        <p:nvSpPr>
          <p:cNvPr id="14" name="Google Shape;14;p2"/>
          <p:cNvSpPr txBox="1"/>
          <p:nvPr>
            <p:ph idx="10" type="dt"/>
          </p:nvPr>
        </p:nvSpPr>
        <p:spPr>
          <a:xfrm>
            <a:off x="1645920" y="40680645"/>
            <a:ext cx="7680960" cy="2336800"/>
          </a:xfrm>
          <a:prstGeom prst="rect">
            <a:avLst/>
          </a:prstGeom>
          <a:noFill/>
          <a:ln>
            <a:noFill/>
          </a:ln>
        </p:spPr>
        <p:txBody>
          <a:bodyPr anchorCtr="0" anchor="ctr" bIns="188100" lIns="376200" spcFirstLastPara="1" rIns="376200" wrap="square" tIns="1881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11247120" y="40680645"/>
            <a:ext cx="10424160" cy="2336800"/>
          </a:xfrm>
          <a:prstGeom prst="rect">
            <a:avLst/>
          </a:prstGeom>
          <a:noFill/>
          <a:ln>
            <a:noFill/>
          </a:ln>
        </p:spPr>
        <p:txBody>
          <a:bodyPr anchorCtr="0" anchor="ctr" bIns="188100" lIns="376200" spcFirstLastPara="1" rIns="376200" wrap="square" tIns="1881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23591520" y="40680645"/>
            <a:ext cx="7680960" cy="2336800"/>
          </a:xfrm>
          <a:prstGeom prst="rect">
            <a:avLst/>
          </a:prstGeom>
          <a:noFill/>
          <a:ln>
            <a:noFill/>
          </a:ln>
        </p:spPr>
        <p:txBody>
          <a:bodyPr anchorCtr="0" anchor="ctr" bIns="188100" lIns="376200" spcFirstLastPara="1" rIns="376200" wrap="square" tIns="188100">
            <a:noAutofit/>
          </a:bodyPr>
          <a:lstStyle>
            <a:lvl1pPr indent="0" lvl="0"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1645920" y="1757683"/>
            <a:ext cx="29626560" cy="7315200"/>
          </a:xfrm>
          <a:prstGeom prst="rect">
            <a:avLst/>
          </a:prstGeom>
          <a:noFill/>
          <a:ln>
            <a:noFill/>
          </a:ln>
        </p:spPr>
        <p:txBody>
          <a:bodyPr anchorCtr="0" anchor="ctr" bIns="188100" lIns="376200" spcFirstLastPara="1" rIns="376200" wrap="square" tIns="1881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1645920" y="10241288"/>
            <a:ext cx="29626560" cy="28966163"/>
          </a:xfrm>
          <a:prstGeom prst="rect">
            <a:avLst/>
          </a:prstGeom>
          <a:noFill/>
          <a:ln>
            <a:noFill/>
          </a:ln>
        </p:spPr>
        <p:txBody>
          <a:bodyPr anchorCtr="0" anchor="t" bIns="188100" lIns="376200" spcFirstLastPara="1" rIns="376200" wrap="square" tIns="1881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1645920" y="40680645"/>
            <a:ext cx="7680960" cy="2336800"/>
          </a:xfrm>
          <a:prstGeom prst="rect">
            <a:avLst/>
          </a:prstGeom>
          <a:noFill/>
          <a:ln>
            <a:noFill/>
          </a:ln>
        </p:spPr>
        <p:txBody>
          <a:bodyPr anchorCtr="0" anchor="ctr" bIns="188100" lIns="376200" spcFirstLastPara="1" rIns="376200" wrap="square" tIns="1881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11247120" y="40680645"/>
            <a:ext cx="10424160" cy="2336800"/>
          </a:xfrm>
          <a:prstGeom prst="rect">
            <a:avLst/>
          </a:prstGeom>
          <a:noFill/>
          <a:ln>
            <a:noFill/>
          </a:ln>
        </p:spPr>
        <p:txBody>
          <a:bodyPr anchorCtr="0" anchor="ctr" bIns="188100" lIns="376200" spcFirstLastPara="1" rIns="376200" wrap="square" tIns="1881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23591520" y="40680645"/>
            <a:ext cx="7680960" cy="2336800"/>
          </a:xfrm>
          <a:prstGeom prst="rect">
            <a:avLst/>
          </a:prstGeom>
          <a:noFill/>
          <a:ln>
            <a:noFill/>
          </a:ln>
        </p:spPr>
        <p:txBody>
          <a:bodyPr anchorCtr="0" anchor="ctr" bIns="188100" lIns="376200" spcFirstLastPara="1" rIns="376200" wrap="square" tIns="188100">
            <a:noAutofit/>
          </a:bodyPr>
          <a:lstStyle>
            <a:lvl1pPr indent="0" lvl="0"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2600327" y="28204163"/>
            <a:ext cx="27980640" cy="8717280"/>
          </a:xfrm>
          <a:prstGeom prst="rect">
            <a:avLst/>
          </a:prstGeom>
          <a:noFill/>
          <a:ln>
            <a:noFill/>
          </a:ln>
        </p:spPr>
        <p:txBody>
          <a:bodyPr anchorCtr="0" anchor="t" bIns="188100" lIns="376200" spcFirstLastPara="1" rIns="376200" wrap="square" tIns="188100">
            <a:normAutofit/>
          </a:bodyPr>
          <a:lstStyle>
            <a:lvl1pPr lvl="0" algn="l">
              <a:lnSpc>
                <a:spcPct val="100000"/>
              </a:lnSpc>
              <a:spcBef>
                <a:spcPts val="0"/>
              </a:spcBef>
              <a:spcAft>
                <a:spcPts val="0"/>
              </a:spcAft>
              <a:buClr>
                <a:schemeClr val="dk1"/>
              </a:buClr>
              <a:buSzPts val="16400"/>
              <a:buFont typeface="Calibri"/>
              <a:buNone/>
              <a:defRPr b="1" sz="16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2600327" y="18602967"/>
            <a:ext cx="27980640" cy="9601196"/>
          </a:xfrm>
          <a:prstGeom prst="rect">
            <a:avLst/>
          </a:prstGeom>
          <a:noFill/>
          <a:ln>
            <a:noFill/>
          </a:ln>
        </p:spPr>
        <p:txBody>
          <a:bodyPr anchorCtr="0" anchor="b" bIns="188100" lIns="376200" spcFirstLastPara="1" rIns="376200" wrap="square" tIns="188100">
            <a:normAutofit/>
          </a:bodyPr>
          <a:lstStyle>
            <a:lvl1pPr indent="-228600" lvl="0" marL="457200" algn="l">
              <a:lnSpc>
                <a:spcPct val="100000"/>
              </a:lnSpc>
              <a:spcBef>
                <a:spcPts val="1660"/>
              </a:spcBef>
              <a:spcAft>
                <a:spcPts val="0"/>
              </a:spcAft>
              <a:buClr>
                <a:srgbClr val="888888"/>
              </a:buClr>
              <a:buSzPts val="8300"/>
              <a:buNone/>
              <a:defRPr sz="8300">
                <a:solidFill>
                  <a:srgbClr val="888888"/>
                </a:solidFill>
              </a:defRPr>
            </a:lvl1pPr>
            <a:lvl2pPr indent="-228600" lvl="1" marL="914400" algn="l">
              <a:lnSpc>
                <a:spcPct val="100000"/>
              </a:lnSpc>
              <a:spcBef>
                <a:spcPts val="1480"/>
              </a:spcBef>
              <a:spcAft>
                <a:spcPts val="0"/>
              </a:spcAft>
              <a:buClr>
                <a:srgbClr val="888888"/>
              </a:buClr>
              <a:buSzPts val="7400"/>
              <a:buNone/>
              <a:defRPr sz="7400">
                <a:solidFill>
                  <a:srgbClr val="888888"/>
                </a:solidFill>
              </a:defRPr>
            </a:lvl2pPr>
            <a:lvl3pPr indent="-228600" lvl="2" marL="1371600" algn="l">
              <a:lnSpc>
                <a:spcPct val="100000"/>
              </a:lnSpc>
              <a:spcBef>
                <a:spcPts val="1320"/>
              </a:spcBef>
              <a:spcAft>
                <a:spcPts val="0"/>
              </a:spcAft>
              <a:buClr>
                <a:srgbClr val="888888"/>
              </a:buClr>
              <a:buSzPts val="6600"/>
              <a:buNone/>
              <a:defRPr sz="6600">
                <a:solidFill>
                  <a:srgbClr val="888888"/>
                </a:solidFill>
              </a:defRPr>
            </a:lvl3pPr>
            <a:lvl4pPr indent="-228600" lvl="3" marL="1828800" algn="l">
              <a:lnSpc>
                <a:spcPct val="100000"/>
              </a:lnSpc>
              <a:spcBef>
                <a:spcPts val="1160"/>
              </a:spcBef>
              <a:spcAft>
                <a:spcPts val="0"/>
              </a:spcAft>
              <a:buClr>
                <a:srgbClr val="888888"/>
              </a:buClr>
              <a:buSzPts val="5800"/>
              <a:buNone/>
              <a:defRPr sz="5800">
                <a:solidFill>
                  <a:srgbClr val="888888"/>
                </a:solidFill>
              </a:defRPr>
            </a:lvl4pPr>
            <a:lvl5pPr indent="-228600" lvl="4" marL="2286000" algn="l">
              <a:lnSpc>
                <a:spcPct val="100000"/>
              </a:lnSpc>
              <a:spcBef>
                <a:spcPts val="1160"/>
              </a:spcBef>
              <a:spcAft>
                <a:spcPts val="0"/>
              </a:spcAft>
              <a:buClr>
                <a:srgbClr val="888888"/>
              </a:buClr>
              <a:buSzPts val="5800"/>
              <a:buNone/>
              <a:defRPr sz="5800">
                <a:solidFill>
                  <a:srgbClr val="888888"/>
                </a:solidFill>
              </a:defRPr>
            </a:lvl5pPr>
            <a:lvl6pPr indent="-228600" lvl="5" marL="2743200" algn="l">
              <a:lnSpc>
                <a:spcPct val="100000"/>
              </a:lnSpc>
              <a:spcBef>
                <a:spcPts val="1160"/>
              </a:spcBef>
              <a:spcAft>
                <a:spcPts val="0"/>
              </a:spcAft>
              <a:buClr>
                <a:srgbClr val="888888"/>
              </a:buClr>
              <a:buSzPts val="5800"/>
              <a:buNone/>
              <a:defRPr sz="5800">
                <a:solidFill>
                  <a:srgbClr val="888888"/>
                </a:solidFill>
              </a:defRPr>
            </a:lvl6pPr>
            <a:lvl7pPr indent="-228600" lvl="6" marL="3200400" algn="l">
              <a:lnSpc>
                <a:spcPct val="100000"/>
              </a:lnSpc>
              <a:spcBef>
                <a:spcPts val="1160"/>
              </a:spcBef>
              <a:spcAft>
                <a:spcPts val="0"/>
              </a:spcAft>
              <a:buClr>
                <a:srgbClr val="888888"/>
              </a:buClr>
              <a:buSzPts val="5800"/>
              <a:buNone/>
              <a:defRPr sz="5800">
                <a:solidFill>
                  <a:srgbClr val="888888"/>
                </a:solidFill>
              </a:defRPr>
            </a:lvl7pPr>
            <a:lvl8pPr indent="-228600" lvl="7" marL="3657600" algn="l">
              <a:lnSpc>
                <a:spcPct val="100000"/>
              </a:lnSpc>
              <a:spcBef>
                <a:spcPts val="1160"/>
              </a:spcBef>
              <a:spcAft>
                <a:spcPts val="0"/>
              </a:spcAft>
              <a:buClr>
                <a:srgbClr val="888888"/>
              </a:buClr>
              <a:buSzPts val="5800"/>
              <a:buNone/>
              <a:defRPr sz="5800">
                <a:solidFill>
                  <a:srgbClr val="888888"/>
                </a:solidFill>
              </a:defRPr>
            </a:lvl8pPr>
            <a:lvl9pPr indent="-228600" lvl="8" marL="4114800" algn="l">
              <a:lnSpc>
                <a:spcPct val="100000"/>
              </a:lnSpc>
              <a:spcBef>
                <a:spcPts val="1160"/>
              </a:spcBef>
              <a:spcAft>
                <a:spcPts val="0"/>
              </a:spcAft>
              <a:buClr>
                <a:srgbClr val="888888"/>
              </a:buClr>
              <a:buSzPts val="5800"/>
              <a:buNone/>
              <a:defRPr sz="5800">
                <a:solidFill>
                  <a:srgbClr val="888888"/>
                </a:solidFill>
              </a:defRPr>
            </a:lvl9pPr>
          </a:lstStyle>
          <a:p/>
        </p:txBody>
      </p:sp>
      <p:sp>
        <p:nvSpPr>
          <p:cNvPr id="26" name="Google Shape;26;p4"/>
          <p:cNvSpPr txBox="1"/>
          <p:nvPr>
            <p:ph idx="10" type="dt"/>
          </p:nvPr>
        </p:nvSpPr>
        <p:spPr>
          <a:xfrm>
            <a:off x="1645920" y="40680645"/>
            <a:ext cx="7680960" cy="2336800"/>
          </a:xfrm>
          <a:prstGeom prst="rect">
            <a:avLst/>
          </a:prstGeom>
          <a:noFill/>
          <a:ln>
            <a:noFill/>
          </a:ln>
        </p:spPr>
        <p:txBody>
          <a:bodyPr anchorCtr="0" anchor="ctr" bIns="188100" lIns="376200" spcFirstLastPara="1" rIns="376200" wrap="square" tIns="1881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1" type="ftr"/>
          </p:nvPr>
        </p:nvSpPr>
        <p:spPr>
          <a:xfrm>
            <a:off x="11247120" y="40680645"/>
            <a:ext cx="10424160" cy="2336800"/>
          </a:xfrm>
          <a:prstGeom prst="rect">
            <a:avLst/>
          </a:prstGeom>
          <a:noFill/>
          <a:ln>
            <a:noFill/>
          </a:ln>
        </p:spPr>
        <p:txBody>
          <a:bodyPr anchorCtr="0" anchor="ctr" bIns="188100" lIns="376200" spcFirstLastPara="1" rIns="376200" wrap="square" tIns="1881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2" type="sldNum"/>
          </p:nvPr>
        </p:nvSpPr>
        <p:spPr>
          <a:xfrm>
            <a:off x="23591520" y="40680645"/>
            <a:ext cx="7680960" cy="2336800"/>
          </a:xfrm>
          <a:prstGeom prst="rect">
            <a:avLst/>
          </a:prstGeom>
          <a:noFill/>
          <a:ln>
            <a:noFill/>
          </a:ln>
        </p:spPr>
        <p:txBody>
          <a:bodyPr anchorCtr="0" anchor="ctr" bIns="188100" lIns="376200" spcFirstLastPara="1" rIns="376200" wrap="square" tIns="188100">
            <a:noAutofit/>
          </a:bodyPr>
          <a:lstStyle>
            <a:lvl1pPr indent="0" lvl="0"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1645920" y="1757683"/>
            <a:ext cx="29626560" cy="7315200"/>
          </a:xfrm>
          <a:prstGeom prst="rect">
            <a:avLst/>
          </a:prstGeom>
          <a:noFill/>
          <a:ln>
            <a:noFill/>
          </a:ln>
        </p:spPr>
        <p:txBody>
          <a:bodyPr anchorCtr="0" anchor="ctr" bIns="188100" lIns="376200" spcFirstLastPara="1" rIns="376200" wrap="square" tIns="1881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 type="body"/>
          </p:nvPr>
        </p:nvSpPr>
        <p:spPr>
          <a:xfrm>
            <a:off x="9218303" y="54620161"/>
            <a:ext cx="82678903" cy="154482803"/>
          </a:xfrm>
          <a:prstGeom prst="rect">
            <a:avLst/>
          </a:prstGeom>
          <a:noFill/>
          <a:ln>
            <a:noFill/>
          </a:ln>
        </p:spPr>
        <p:txBody>
          <a:bodyPr anchorCtr="0" anchor="t" bIns="188100" lIns="376200" spcFirstLastPara="1" rIns="376200" wrap="square" tIns="188100">
            <a:normAutofit/>
          </a:bodyPr>
          <a:lstStyle>
            <a:lvl1pPr indent="-965200" lvl="0" marL="457200" algn="l">
              <a:lnSpc>
                <a:spcPct val="100000"/>
              </a:lnSpc>
              <a:spcBef>
                <a:spcPts val="2320"/>
              </a:spcBef>
              <a:spcAft>
                <a:spcPts val="0"/>
              </a:spcAft>
              <a:buClr>
                <a:schemeClr val="dk1"/>
              </a:buClr>
              <a:buSzPts val="11600"/>
              <a:buChar char="•"/>
              <a:defRPr sz="11600"/>
            </a:lvl1pPr>
            <a:lvl2pPr indent="-857250" lvl="1" marL="914400" algn="l">
              <a:lnSpc>
                <a:spcPct val="100000"/>
              </a:lnSpc>
              <a:spcBef>
                <a:spcPts val="1980"/>
              </a:spcBef>
              <a:spcAft>
                <a:spcPts val="0"/>
              </a:spcAft>
              <a:buClr>
                <a:schemeClr val="dk1"/>
              </a:buClr>
              <a:buSzPts val="9900"/>
              <a:buChar char="–"/>
              <a:defRPr sz="9900"/>
            </a:lvl2pPr>
            <a:lvl3pPr indent="-755650" lvl="2" marL="1371600" algn="l">
              <a:lnSpc>
                <a:spcPct val="100000"/>
              </a:lnSpc>
              <a:spcBef>
                <a:spcPts val="1660"/>
              </a:spcBef>
              <a:spcAft>
                <a:spcPts val="0"/>
              </a:spcAft>
              <a:buClr>
                <a:schemeClr val="dk1"/>
              </a:buClr>
              <a:buSzPts val="8300"/>
              <a:buChar char="•"/>
              <a:defRPr sz="8300"/>
            </a:lvl3pPr>
            <a:lvl4pPr indent="-698500" lvl="3" marL="1828800" algn="l">
              <a:lnSpc>
                <a:spcPct val="100000"/>
              </a:lnSpc>
              <a:spcBef>
                <a:spcPts val="1480"/>
              </a:spcBef>
              <a:spcAft>
                <a:spcPts val="0"/>
              </a:spcAft>
              <a:buClr>
                <a:schemeClr val="dk1"/>
              </a:buClr>
              <a:buSzPts val="7400"/>
              <a:buChar char="–"/>
              <a:defRPr sz="7400"/>
            </a:lvl4pPr>
            <a:lvl5pPr indent="-698500" lvl="4" marL="2286000" algn="l">
              <a:lnSpc>
                <a:spcPct val="100000"/>
              </a:lnSpc>
              <a:spcBef>
                <a:spcPts val="1480"/>
              </a:spcBef>
              <a:spcAft>
                <a:spcPts val="0"/>
              </a:spcAft>
              <a:buClr>
                <a:schemeClr val="dk1"/>
              </a:buClr>
              <a:buSzPts val="7400"/>
              <a:buChar char="»"/>
              <a:defRPr sz="7400"/>
            </a:lvl5pPr>
            <a:lvl6pPr indent="-698500" lvl="5" marL="2743200" algn="l">
              <a:lnSpc>
                <a:spcPct val="100000"/>
              </a:lnSpc>
              <a:spcBef>
                <a:spcPts val="1480"/>
              </a:spcBef>
              <a:spcAft>
                <a:spcPts val="0"/>
              </a:spcAft>
              <a:buClr>
                <a:schemeClr val="dk1"/>
              </a:buClr>
              <a:buSzPts val="7400"/>
              <a:buChar char="•"/>
              <a:defRPr sz="7400"/>
            </a:lvl6pPr>
            <a:lvl7pPr indent="-698500" lvl="6" marL="3200400" algn="l">
              <a:lnSpc>
                <a:spcPct val="100000"/>
              </a:lnSpc>
              <a:spcBef>
                <a:spcPts val="1480"/>
              </a:spcBef>
              <a:spcAft>
                <a:spcPts val="0"/>
              </a:spcAft>
              <a:buClr>
                <a:schemeClr val="dk1"/>
              </a:buClr>
              <a:buSzPts val="7400"/>
              <a:buChar char="•"/>
              <a:defRPr sz="7400"/>
            </a:lvl7pPr>
            <a:lvl8pPr indent="-698500" lvl="7" marL="3657600" algn="l">
              <a:lnSpc>
                <a:spcPct val="100000"/>
              </a:lnSpc>
              <a:spcBef>
                <a:spcPts val="1480"/>
              </a:spcBef>
              <a:spcAft>
                <a:spcPts val="0"/>
              </a:spcAft>
              <a:buClr>
                <a:schemeClr val="dk1"/>
              </a:buClr>
              <a:buSzPts val="7400"/>
              <a:buChar char="•"/>
              <a:defRPr sz="7400"/>
            </a:lvl8pPr>
            <a:lvl9pPr indent="-698500" lvl="8" marL="4114800" algn="l">
              <a:lnSpc>
                <a:spcPct val="100000"/>
              </a:lnSpc>
              <a:spcBef>
                <a:spcPts val="1480"/>
              </a:spcBef>
              <a:spcAft>
                <a:spcPts val="0"/>
              </a:spcAft>
              <a:buClr>
                <a:schemeClr val="dk1"/>
              </a:buClr>
              <a:buSzPts val="7400"/>
              <a:buChar char="•"/>
              <a:defRPr sz="7400"/>
            </a:lvl9pPr>
          </a:lstStyle>
          <a:p/>
        </p:txBody>
      </p:sp>
      <p:sp>
        <p:nvSpPr>
          <p:cNvPr id="32" name="Google Shape;32;p5"/>
          <p:cNvSpPr txBox="1"/>
          <p:nvPr>
            <p:ph idx="2" type="body"/>
          </p:nvPr>
        </p:nvSpPr>
        <p:spPr>
          <a:xfrm>
            <a:off x="92445848" y="54620161"/>
            <a:ext cx="82678907" cy="154482803"/>
          </a:xfrm>
          <a:prstGeom prst="rect">
            <a:avLst/>
          </a:prstGeom>
          <a:noFill/>
          <a:ln>
            <a:noFill/>
          </a:ln>
        </p:spPr>
        <p:txBody>
          <a:bodyPr anchorCtr="0" anchor="t" bIns="188100" lIns="376200" spcFirstLastPara="1" rIns="376200" wrap="square" tIns="188100">
            <a:normAutofit/>
          </a:bodyPr>
          <a:lstStyle>
            <a:lvl1pPr indent="-965200" lvl="0" marL="457200" algn="l">
              <a:lnSpc>
                <a:spcPct val="100000"/>
              </a:lnSpc>
              <a:spcBef>
                <a:spcPts val="2320"/>
              </a:spcBef>
              <a:spcAft>
                <a:spcPts val="0"/>
              </a:spcAft>
              <a:buClr>
                <a:schemeClr val="dk1"/>
              </a:buClr>
              <a:buSzPts val="11600"/>
              <a:buChar char="•"/>
              <a:defRPr sz="11600"/>
            </a:lvl1pPr>
            <a:lvl2pPr indent="-857250" lvl="1" marL="914400" algn="l">
              <a:lnSpc>
                <a:spcPct val="100000"/>
              </a:lnSpc>
              <a:spcBef>
                <a:spcPts val="1980"/>
              </a:spcBef>
              <a:spcAft>
                <a:spcPts val="0"/>
              </a:spcAft>
              <a:buClr>
                <a:schemeClr val="dk1"/>
              </a:buClr>
              <a:buSzPts val="9900"/>
              <a:buChar char="–"/>
              <a:defRPr sz="9900"/>
            </a:lvl2pPr>
            <a:lvl3pPr indent="-755650" lvl="2" marL="1371600" algn="l">
              <a:lnSpc>
                <a:spcPct val="100000"/>
              </a:lnSpc>
              <a:spcBef>
                <a:spcPts val="1660"/>
              </a:spcBef>
              <a:spcAft>
                <a:spcPts val="0"/>
              </a:spcAft>
              <a:buClr>
                <a:schemeClr val="dk1"/>
              </a:buClr>
              <a:buSzPts val="8300"/>
              <a:buChar char="•"/>
              <a:defRPr sz="8300"/>
            </a:lvl3pPr>
            <a:lvl4pPr indent="-698500" lvl="3" marL="1828800" algn="l">
              <a:lnSpc>
                <a:spcPct val="100000"/>
              </a:lnSpc>
              <a:spcBef>
                <a:spcPts val="1480"/>
              </a:spcBef>
              <a:spcAft>
                <a:spcPts val="0"/>
              </a:spcAft>
              <a:buClr>
                <a:schemeClr val="dk1"/>
              </a:buClr>
              <a:buSzPts val="7400"/>
              <a:buChar char="–"/>
              <a:defRPr sz="7400"/>
            </a:lvl4pPr>
            <a:lvl5pPr indent="-698500" lvl="4" marL="2286000" algn="l">
              <a:lnSpc>
                <a:spcPct val="100000"/>
              </a:lnSpc>
              <a:spcBef>
                <a:spcPts val="1480"/>
              </a:spcBef>
              <a:spcAft>
                <a:spcPts val="0"/>
              </a:spcAft>
              <a:buClr>
                <a:schemeClr val="dk1"/>
              </a:buClr>
              <a:buSzPts val="7400"/>
              <a:buChar char="»"/>
              <a:defRPr sz="7400"/>
            </a:lvl5pPr>
            <a:lvl6pPr indent="-698500" lvl="5" marL="2743200" algn="l">
              <a:lnSpc>
                <a:spcPct val="100000"/>
              </a:lnSpc>
              <a:spcBef>
                <a:spcPts val="1480"/>
              </a:spcBef>
              <a:spcAft>
                <a:spcPts val="0"/>
              </a:spcAft>
              <a:buClr>
                <a:schemeClr val="dk1"/>
              </a:buClr>
              <a:buSzPts val="7400"/>
              <a:buChar char="•"/>
              <a:defRPr sz="7400"/>
            </a:lvl6pPr>
            <a:lvl7pPr indent="-698500" lvl="6" marL="3200400" algn="l">
              <a:lnSpc>
                <a:spcPct val="100000"/>
              </a:lnSpc>
              <a:spcBef>
                <a:spcPts val="1480"/>
              </a:spcBef>
              <a:spcAft>
                <a:spcPts val="0"/>
              </a:spcAft>
              <a:buClr>
                <a:schemeClr val="dk1"/>
              </a:buClr>
              <a:buSzPts val="7400"/>
              <a:buChar char="•"/>
              <a:defRPr sz="7400"/>
            </a:lvl7pPr>
            <a:lvl8pPr indent="-698500" lvl="7" marL="3657600" algn="l">
              <a:lnSpc>
                <a:spcPct val="100000"/>
              </a:lnSpc>
              <a:spcBef>
                <a:spcPts val="1480"/>
              </a:spcBef>
              <a:spcAft>
                <a:spcPts val="0"/>
              </a:spcAft>
              <a:buClr>
                <a:schemeClr val="dk1"/>
              </a:buClr>
              <a:buSzPts val="7400"/>
              <a:buChar char="•"/>
              <a:defRPr sz="7400"/>
            </a:lvl8pPr>
            <a:lvl9pPr indent="-698500" lvl="8" marL="4114800" algn="l">
              <a:lnSpc>
                <a:spcPct val="100000"/>
              </a:lnSpc>
              <a:spcBef>
                <a:spcPts val="1480"/>
              </a:spcBef>
              <a:spcAft>
                <a:spcPts val="0"/>
              </a:spcAft>
              <a:buClr>
                <a:schemeClr val="dk1"/>
              </a:buClr>
              <a:buSzPts val="7400"/>
              <a:buChar char="•"/>
              <a:defRPr sz="7400"/>
            </a:lvl9pPr>
          </a:lstStyle>
          <a:p/>
        </p:txBody>
      </p:sp>
      <p:sp>
        <p:nvSpPr>
          <p:cNvPr id="33" name="Google Shape;33;p5"/>
          <p:cNvSpPr txBox="1"/>
          <p:nvPr>
            <p:ph idx="10" type="dt"/>
          </p:nvPr>
        </p:nvSpPr>
        <p:spPr>
          <a:xfrm>
            <a:off x="1645920" y="40680645"/>
            <a:ext cx="7680960" cy="2336800"/>
          </a:xfrm>
          <a:prstGeom prst="rect">
            <a:avLst/>
          </a:prstGeom>
          <a:noFill/>
          <a:ln>
            <a:noFill/>
          </a:ln>
        </p:spPr>
        <p:txBody>
          <a:bodyPr anchorCtr="0" anchor="ctr" bIns="188100" lIns="376200" spcFirstLastPara="1" rIns="376200" wrap="square" tIns="1881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1" type="ftr"/>
          </p:nvPr>
        </p:nvSpPr>
        <p:spPr>
          <a:xfrm>
            <a:off x="11247120" y="40680645"/>
            <a:ext cx="10424160" cy="2336800"/>
          </a:xfrm>
          <a:prstGeom prst="rect">
            <a:avLst/>
          </a:prstGeom>
          <a:noFill/>
          <a:ln>
            <a:noFill/>
          </a:ln>
        </p:spPr>
        <p:txBody>
          <a:bodyPr anchorCtr="0" anchor="ctr" bIns="188100" lIns="376200" spcFirstLastPara="1" rIns="376200" wrap="square" tIns="1881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2" type="sldNum"/>
          </p:nvPr>
        </p:nvSpPr>
        <p:spPr>
          <a:xfrm>
            <a:off x="23591520" y="40680645"/>
            <a:ext cx="7680960" cy="2336800"/>
          </a:xfrm>
          <a:prstGeom prst="rect">
            <a:avLst/>
          </a:prstGeom>
          <a:noFill/>
          <a:ln>
            <a:noFill/>
          </a:ln>
        </p:spPr>
        <p:txBody>
          <a:bodyPr anchorCtr="0" anchor="ctr" bIns="188100" lIns="376200" spcFirstLastPara="1" rIns="376200" wrap="square" tIns="188100">
            <a:noAutofit/>
          </a:bodyPr>
          <a:lstStyle>
            <a:lvl1pPr indent="0" lvl="0"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1645920" y="1757683"/>
            <a:ext cx="29626560" cy="7315200"/>
          </a:xfrm>
          <a:prstGeom prst="rect">
            <a:avLst/>
          </a:prstGeom>
          <a:noFill/>
          <a:ln>
            <a:noFill/>
          </a:ln>
        </p:spPr>
        <p:txBody>
          <a:bodyPr anchorCtr="0" anchor="ctr" bIns="188100" lIns="376200" spcFirstLastPara="1" rIns="376200" wrap="square" tIns="188100">
            <a:normAutofit/>
          </a:bodyPr>
          <a:lstStyle>
            <a:lvl1pPr lvl="0" algn="ctr">
              <a:lnSpc>
                <a:spcPct val="100000"/>
              </a:lnSpc>
              <a:spcBef>
                <a:spcPts val="0"/>
              </a:spcBef>
              <a:spcAft>
                <a:spcPts val="0"/>
              </a:spcAft>
              <a:buClr>
                <a:schemeClr val="dk1"/>
              </a:buClr>
              <a:buSzPts val="181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 type="body"/>
          </p:nvPr>
        </p:nvSpPr>
        <p:spPr>
          <a:xfrm>
            <a:off x="1645926" y="9824727"/>
            <a:ext cx="14544677" cy="4094477"/>
          </a:xfrm>
          <a:prstGeom prst="rect">
            <a:avLst/>
          </a:prstGeom>
          <a:noFill/>
          <a:ln>
            <a:noFill/>
          </a:ln>
        </p:spPr>
        <p:txBody>
          <a:bodyPr anchorCtr="0" anchor="b" bIns="188100" lIns="376200" spcFirstLastPara="1" rIns="376200" wrap="square" tIns="188100">
            <a:normAutofit/>
          </a:bodyPr>
          <a:lstStyle>
            <a:lvl1pPr indent="-228600" lvl="0" marL="457200" algn="l">
              <a:lnSpc>
                <a:spcPct val="100000"/>
              </a:lnSpc>
              <a:spcBef>
                <a:spcPts val="1980"/>
              </a:spcBef>
              <a:spcAft>
                <a:spcPts val="0"/>
              </a:spcAft>
              <a:buClr>
                <a:schemeClr val="dk1"/>
              </a:buClr>
              <a:buSzPts val="9900"/>
              <a:buNone/>
              <a:defRPr b="1" sz="9900"/>
            </a:lvl1pPr>
            <a:lvl2pPr indent="-228600" lvl="1" marL="914400" algn="l">
              <a:lnSpc>
                <a:spcPct val="100000"/>
              </a:lnSpc>
              <a:spcBef>
                <a:spcPts val="1660"/>
              </a:spcBef>
              <a:spcAft>
                <a:spcPts val="0"/>
              </a:spcAft>
              <a:buClr>
                <a:schemeClr val="dk1"/>
              </a:buClr>
              <a:buSzPts val="8300"/>
              <a:buNone/>
              <a:defRPr b="1" sz="8300"/>
            </a:lvl2pPr>
            <a:lvl3pPr indent="-228600" lvl="2" marL="1371600" algn="l">
              <a:lnSpc>
                <a:spcPct val="100000"/>
              </a:lnSpc>
              <a:spcBef>
                <a:spcPts val="1480"/>
              </a:spcBef>
              <a:spcAft>
                <a:spcPts val="0"/>
              </a:spcAft>
              <a:buClr>
                <a:schemeClr val="dk1"/>
              </a:buClr>
              <a:buSzPts val="7400"/>
              <a:buNone/>
              <a:defRPr b="1" sz="7400"/>
            </a:lvl3pPr>
            <a:lvl4pPr indent="-228600" lvl="3" marL="1828800" algn="l">
              <a:lnSpc>
                <a:spcPct val="100000"/>
              </a:lnSpc>
              <a:spcBef>
                <a:spcPts val="1320"/>
              </a:spcBef>
              <a:spcAft>
                <a:spcPts val="0"/>
              </a:spcAft>
              <a:buClr>
                <a:schemeClr val="dk1"/>
              </a:buClr>
              <a:buSzPts val="6600"/>
              <a:buNone/>
              <a:defRPr b="1" sz="6600"/>
            </a:lvl4pPr>
            <a:lvl5pPr indent="-228600" lvl="4" marL="2286000" algn="l">
              <a:lnSpc>
                <a:spcPct val="100000"/>
              </a:lnSpc>
              <a:spcBef>
                <a:spcPts val="1320"/>
              </a:spcBef>
              <a:spcAft>
                <a:spcPts val="0"/>
              </a:spcAft>
              <a:buClr>
                <a:schemeClr val="dk1"/>
              </a:buClr>
              <a:buSzPts val="6600"/>
              <a:buNone/>
              <a:defRPr b="1" sz="6600"/>
            </a:lvl5pPr>
            <a:lvl6pPr indent="-228600" lvl="5" marL="2743200" algn="l">
              <a:lnSpc>
                <a:spcPct val="100000"/>
              </a:lnSpc>
              <a:spcBef>
                <a:spcPts val="1320"/>
              </a:spcBef>
              <a:spcAft>
                <a:spcPts val="0"/>
              </a:spcAft>
              <a:buClr>
                <a:schemeClr val="dk1"/>
              </a:buClr>
              <a:buSzPts val="6600"/>
              <a:buNone/>
              <a:defRPr b="1" sz="6600"/>
            </a:lvl6pPr>
            <a:lvl7pPr indent="-228600" lvl="6" marL="3200400" algn="l">
              <a:lnSpc>
                <a:spcPct val="100000"/>
              </a:lnSpc>
              <a:spcBef>
                <a:spcPts val="1320"/>
              </a:spcBef>
              <a:spcAft>
                <a:spcPts val="0"/>
              </a:spcAft>
              <a:buClr>
                <a:schemeClr val="dk1"/>
              </a:buClr>
              <a:buSzPts val="6600"/>
              <a:buNone/>
              <a:defRPr b="1" sz="6600"/>
            </a:lvl7pPr>
            <a:lvl8pPr indent="-228600" lvl="7" marL="3657600" algn="l">
              <a:lnSpc>
                <a:spcPct val="100000"/>
              </a:lnSpc>
              <a:spcBef>
                <a:spcPts val="1320"/>
              </a:spcBef>
              <a:spcAft>
                <a:spcPts val="0"/>
              </a:spcAft>
              <a:buClr>
                <a:schemeClr val="dk1"/>
              </a:buClr>
              <a:buSzPts val="6600"/>
              <a:buNone/>
              <a:defRPr b="1" sz="6600"/>
            </a:lvl8pPr>
            <a:lvl9pPr indent="-228600" lvl="8" marL="4114800" algn="l">
              <a:lnSpc>
                <a:spcPct val="100000"/>
              </a:lnSpc>
              <a:spcBef>
                <a:spcPts val="1320"/>
              </a:spcBef>
              <a:spcAft>
                <a:spcPts val="0"/>
              </a:spcAft>
              <a:buClr>
                <a:schemeClr val="dk1"/>
              </a:buClr>
              <a:buSzPts val="6600"/>
              <a:buNone/>
              <a:defRPr b="1" sz="6600"/>
            </a:lvl9pPr>
          </a:lstStyle>
          <a:p/>
        </p:txBody>
      </p:sp>
      <p:sp>
        <p:nvSpPr>
          <p:cNvPr id="39" name="Google Shape;39;p6"/>
          <p:cNvSpPr txBox="1"/>
          <p:nvPr>
            <p:ph idx="2" type="body"/>
          </p:nvPr>
        </p:nvSpPr>
        <p:spPr>
          <a:xfrm>
            <a:off x="1645926" y="13919204"/>
            <a:ext cx="14544677" cy="25288243"/>
          </a:xfrm>
          <a:prstGeom prst="rect">
            <a:avLst/>
          </a:prstGeom>
          <a:noFill/>
          <a:ln>
            <a:noFill/>
          </a:ln>
        </p:spPr>
        <p:txBody>
          <a:bodyPr anchorCtr="0" anchor="t" bIns="188100" lIns="376200" spcFirstLastPara="1" rIns="376200" wrap="square" tIns="188100">
            <a:normAutofit/>
          </a:bodyPr>
          <a:lstStyle>
            <a:lvl1pPr indent="-857250" lvl="0" marL="457200" algn="l">
              <a:lnSpc>
                <a:spcPct val="100000"/>
              </a:lnSpc>
              <a:spcBef>
                <a:spcPts val="1980"/>
              </a:spcBef>
              <a:spcAft>
                <a:spcPts val="0"/>
              </a:spcAft>
              <a:buClr>
                <a:schemeClr val="dk1"/>
              </a:buClr>
              <a:buSzPts val="9900"/>
              <a:buChar char="•"/>
              <a:defRPr sz="9900"/>
            </a:lvl1pPr>
            <a:lvl2pPr indent="-755650" lvl="1" marL="914400" algn="l">
              <a:lnSpc>
                <a:spcPct val="100000"/>
              </a:lnSpc>
              <a:spcBef>
                <a:spcPts val="1660"/>
              </a:spcBef>
              <a:spcAft>
                <a:spcPts val="0"/>
              </a:spcAft>
              <a:buClr>
                <a:schemeClr val="dk1"/>
              </a:buClr>
              <a:buSzPts val="8300"/>
              <a:buChar char="–"/>
              <a:defRPr sz="8300"/>
            </a:lvl2pPr>
            <a:lvl3pPr indent="-698500" lvl="2" marL="1371600" algn="l">
              <a:lnSpc>
                <a:spcPct val="100000"/>
              </a:lnSpc>
              <a:spcBef>
                <a:spcPts val="1480"/>
              </a:spcBef>
              <a:spcAft>
                <a:spcPts val="0"/>
              </a:spcAft>
              <a:buClr>
                <a:schemeClr val="dk1"/>
              </a:buClr>
              <a:buSzPts val="7400"/>
              <a:buChar char="•"/>
              <a:defRPr sz="7400"/>
            </a:lvl3pPr>
            <a:lvl4pPr indent="-647700" lvl="3" marL="1828800" algn="l">
              <a:lnSpc>
                <a:spcPct val="100000"/>
              </a:lnSpc>
              <a:spcBef>
                <a:spcPts val="1320"/>
              </a:spcBef>
              <a:spcAft>
                <a:spcPts val="0"/>
              </a:spcAft>
              <a:buClr>
                <a:schemeClr val="dk1"/>
              </a:buClr>
              <a:buSzPts val="6600"/>
              <a:buChar char="–"/>
              <a:defRPr sz="6600"/>
            </a:lvl4pPr>
            <a:lvl5pPr indent="-647700" lvl="4" marL="2286000" algn="l">
              <a:lnSpc>
                <a:spcPct val="100000"/>
              </a:lnSpc>
              <a:spcBef>
                <a:spcPts val="1320"/>
              </a:spcBef>
              <a:spcAft>
                <a:spcPts val="0"/>
              </a:spcAft>
              <a:buClr>
                <a:schemeClr val="dk1"/>
              </a:buClr>
              <a:buSzPts val="6600"/>
              <a:buChar char="»"/>
              <a:defRPr sz="6600"/>
            </a:lvl5pPr>
            <a:lvl6pPr indent="-647700" lvl="5" marL="2743200" algn="l">
              <a:lnSpc>
                <a:spcPct val="100000"/>
              </a:lnSpc>
              <a:spcBef>
                <a:spcPts val="1320"/>
              </a:spcBef>
              <a:spcAft>
                <a:spcPts val="0"/>
              </a:spcAft>
              <a:buClr>
                <a:schemeClr val="dk1"/>
              </a:buClr>
              <a:buSzPts val="6600"/>
              <a:buChar char="•"/>
              <a:defRPr sz="6600"/>
            </a:lvl6pPr>
            <a:lvl7pPr indent="-647700" lvl="6" marL="3200400" algn="l">
              <a:lnSpc>
                <a:spcPct val="100000"/>
              </a:lnSpc>
              <a:spcBef>
                <a:spcPts val="1320"/>
              </a:spcBef>
              <a:spcAft>
                <a:spcPts val="0"/>
              </a:spcAft>
              <a:buClr>
                <a:schemeClr val="dk1"/>
              </a:buClr>
              <a:buSzPts val="6600"/>
              <a:buChar char="•"/>
              <a:defRPr sz="6600"/>
            </a:lvl7pPr>
            <a:lvl8pPr indent="-647700" lvl="7" marL="3657600" algn="l">
              <a:lnSpc>
                <a:spcPct val="100000"/>
              </a:lnSpc>
              <a:spcBef>
                <a:spcPts val="1320"/>
              </a:spcBef>
              <a:spcAft>
                <a:spcPts val="0"/>
              </a:spcAft>
              <a:buClr>
                <a:schemeClr val="dk1"/>
              </a:buClr>
              <a:buSzPts val="6600"/>
              <a:buChar char="•"/>
              <a:defRPr sz="6600"/>
            </a:lvl8pPr>
            <a:lvl9pPr indent="-647700" lvl="8" marL="4114800" algn="l">
              <a:lnSpc>
                <a:spcPct val="100000"/>
              </a:lnSpc>
              <a:spcBef>
                <a:spcPts val="1320"/>
              </a:spcBef>
              <a:spcAft>
                <a:spcPts val="0"/>
              </a:spcAft>
              <a:buClr>
                <a:schemeClr val="dk1"/>
              </a:buClr>
              <a:buSzPts val="6600"/>
              <a:buChar char="•"/>
              <a:defRPr sz="6600"/>
            </a:lvl9pPr>
          </a:lstStyle>
          <a:p/>
        </p:txBody>
      </p:sp>
      <p:sp>
        <p:nvSpPr>
          <p:cNvPr id="40" name="Google Shape;40;p6"/>
          <p:cNvSpPr txBox="1"/>
          <p:nvPr>
            <p:ph idx="3" type="body"/>
          </p:nvPr>
        </p:nvSpPr>
        <p:spPr>
          <a:xfrm>
            <a:off x="16722092" y="9824727"/>
            <a:ext cx="14550390" cy="4094477"/>
          </a:xfrm>
          <a:prstGeom prst="rect">
            <a:avLst/>
          </a:prstGeom>
          <a:noFill/>
          <a:ln>
            <a:noFill/>
          </a:ln>
        </p:spPr>
        <p:txBody>
          <a:bodyPr anchorCtr="0" anchor="b" bIns="188100" lIns="376200" spcFirstLastPara="1" rIns="376200" wrap="square" tIns="188100">
            <a:normAutofit/>
          </a:bodyPr>
          <a:lstStyle>
            <a:lvl1pPr indent="-228600" lvl="0" marL="457200" algn="l">
              <a:lnSpc>
                <a:spcPct val="100000"/>
              </a:lnSpc>
              <a:spcBef>
                <a:spcPts val="1980"/>
              </a:spcBef>
              <a:spcAft>
                <a:spcPts val="0"/>
              </a:spcAft>
              <a:buClr>
                <a:schemeClr val="dk1"/>
              </a:buClr>
              <a:buSzPts val="9900"/>
              <a:buNone/>
              <a:defRPr b="1" sz="9900"/>
            </a:lvl1pPr>
            <a:lvl2pPr indent="-228600" lvl="1" marL="914400" algn="l">
              <a:lnSpc>
                <a:spcPct val="100000"/>
              </a:lnSpc>
              <a:spcBef>
                <a:spcPts val="1660"/>
              </a:spcBef>
              <a:spcAft>
                <a:spcPts val="0"/>
              </a:spcAft>
              <a:buClr>
                <a:schemeClr val="dk1"/>
              </a:buClr>
              <a:buSzPts val="8300"/>
              <a:buNone/>
              <a:defRPr b="1" sz="8300"/>
            </a:lvl2pPr>
            <a:lvl3pPr indent="-228600" lvl="2" marL="1371600" algn="l">
              <a:lnSpc>
                <a:spcPct val="100000"/>
              </a:lnSpc>
              <a:spcBef>
                <a:spcPts val="1480"/>
              </a:spcBef>
              <a:spcAft>
                <a:spcPts val="0"/>
              </a:spcAft>
              <a:buClr>
                <a:schemeClr val="dk1"/>
              </a:buClr>
              <a:buSzPts val="7400"/>
              <a:buNone/>
              <a:defRPr b="1" sz="7400"/>
            </a:lvl3pPr>
            <a:lvl4pPr indent="-228600" lvl="3" marL="1828800" algn="l">
              <a:lnSpc>
                <a:spcPct val="100000"/>
              </a:lnSpc>
              <a:spcBef>
                <a:spcPts val="1320"/>
              </a:spcBef>
              <a:spcAft>
                <a:spcPts val="0"/>
              </a:spcAft>
              <a:buClr>
                <a:schemeClr val="dk1"/>
              </a:buClr>
              <a:buSzPts val="6600"/>
              <a:buNone/>
              <a:defRPr b="1" sz="6600"/>
            </a:lvl4pPr>
            <a:lvl5pPr indent="-228600" lvl="4" marL="2286000" algn="l">
              <a:lnSpc>
                <a:spcPct val="100000"/>
              </a:lnSpc>
              <a:spcBef>
                <a:spcPts val="1320"/>
              </a:spcBef>
              <a:spcAft>
                <a:spcPts val="0"/>
              </a:spcAft>
              <a:buClr>
                <a:schemeClr val="dk1"/>
              </a:buClr>
              <a:buSzPts val="6600"/>
              <a:buNone/>
              <a:defRPr b="1" sz="6600"/>
            </a:lvl5pPr>
            <a:lvl6pPr indent="-228600" lvl="5" marL="2743200" algn="l">
              <a:lnSpc>
                <a:spcPct val="100000"/>
              </a:lnSpc>
              <a:spcBef>
                <a:spcPts val="1320"/>
              </a:spcBef>
              <a:spcAft>
                <a:spcPts val="0"/>
              </a:spcAft>
              <a:buClr>
                <a:schemeClr val="dk1"/>
              </a:buClr>
              <a:buSzPts val="6600"/>
              <a:buNone/>
              <a:defRPr b="1" sz="6600"/>
            </a:lvl6pPr>
            <a:lvl7pPr indent="-228600" lvl="6" marL="3200400" algn="l">
              <a:lnSpc>
                <a:spcPct val="100000"/>
              </a:lnSpc>
              <a:spcBef>
                <a:spcPts val="1320"/>
              </a:spcBef>
              <a:spcAft>
                <a:spcPts val="0"/>
              </a:spcAft>
              <a:buClr>
                <a:schemeClr val="dk1"/>
              </a:buClr>
              <a:buSzPts val="6600"/>
              <a:buNone/>
              <a:defRPr b="1" sz="6600"/>
            </a:lvl7pPr>
            <a:lvl8pPr indent="-228600" lvl="7" marL="3657600" algn="l">
              <a:lnSpc>
                <a:spcPct val="100000"/>
              </a:lnSpc>
              <a:spcBef>
                <a:spcPts val="1320"/>
              </a:spcBef>
              <a:spcAft>
                <a:spcPts val="0"/>
              </a:spcAft>
              <a:buClr>
                <a:schemeClr val="dk1"/>
              </a:buClr>
              <a:buSzPts val="6600"/>
              <a:buNone/>
              <a:defRPr b="1" sz="6600"/>
            </a:lvl8pPr>
            <a:lvl9pPr indent="-228600" lvl="8" marL="4114800" algn="l">
              <a:lnSpc>
                <a:spcPct val="100000"/>
              </a:lnSpc>
              <a:spcBef>
                <a:spcPts val="1320"/>
              </a:spcBef>
              <a:spcAft>
                <a:spcPts val="0"/>
              </a:spcAft>
              <a:buClr>
                <a:schemeClr val="dk1"/>
              </a:buClr>
              <a:buSzPts val="6600"/>
              <a:buNone/>
              <a:defRPr b="1" sz="6600"/>
            </a:lvl9pPr>
          </a:lstStyle>
          <a:p/>
        </p:txBody>
      </p:sp>
      <p:sp>
        <p:nvSpPr>
          <p:cNvPr id="41" name="Google Shape;41;p6"/>
          <p:cNvSpPr txBox="1"/>
          <p:nvPr>
            <p:ph idx="4" type="body"/>
          </p:nvPr>
        </p:nvSpPr>
        <p:spPr>
          <a:xfrm>
            <a:off x="16722092" y="13919204"/>
            <a:ext cx="14550390" cy="25288243"/>
          </a:xfrm>
          <a:prstGeom prst="rect">
            <a:avLst/>
          </a:prstGeom>
          <a:noFill/>
          <a:ln>
            <a:noFill/>
          </a:ln>
        </p:spPr>
        <p:txBody>
          <a:bodyPr anchorCtr="0" anchor="t" bIns="188100" lIns="376200" spcFirstLastPara="1" rIns="376200" wrap="square" tIns="188100">
            <a:normAutofit/>
          </a:bodyPr>
          <a:lstStyle>
            <a:lvl1pPr indent="-857250" lvl="0" marL="457200" algn="l">
              <a:lnSpc>
                <a:spcPct val="100000"/>
              </a:lnSpc>
              <a:spcBef>
                <a:spcPts val="1980"/>
              </a:spcBef>
              <a:spcAft>
                <a:spcPts val="0"/>
              </a:spcAft>
              <a:buClr>
                <a:schemeClr val="dk1"/>
              </a:buClr>
              <a:buSzPts val="9900"/>
              <a:buChar char="•"/>
              <a:defRPr sz="9900"/>
            </a:lvl1pPr>
            <a:lvl2pPr indent="-755650" lvl="1" marL="914400" algn="l">
              <a:lnSpc>
                <a:spcPct val="100000"/>
              </a:lnSpc>
              <a:spcBef>
                <a:spcPts val="1660"/>
              </a:spcBef>
              <a:spcAft>
                <a:spcPts val="0"/>
              </a:spcAft>
              <a:buClr>
                <a:schemeClr val="dk1"/>
              </a:buClr>
              <a:buSzPts val="8300"/>
              <a:buChar char="–"/>
              <a:defRPr sz="8300"/>
            </a:lvl2pPr>
            <a:lvl3pPr indent="-698500" lvl="2" marL="1371600" algn="l">
              <a:lnSpc>
                <a:spcPct val="100000"/>
              </a:lnSpc>
              <a:spcBef>
                <a:spcPts val="1480"/>
              </a:spcBef>
              <a:spcAft>
                <a:spcPts val="0"/>
              </a:spcAft>
              <a:buClr>
                <a:schemeClr val="dk1"/>
              </a:buClr>
              <a:buSzPts val="7400"/>
              <a:buChar char="•"/>
              <a:defRPr sz="7400"/>
            </a:lvl3pPr>
            <a:lvl4pPr indent="-647700" lvl="3" marL="1828800" algn="l">
              <a:lnSpc>
                <a:spcPct val="100000"/>
              </a:lnSpc>
              <a:spcBef>
                <a:spcPts val="1320"/>
              </a:spcBef>
              <a:spcAft>
                <a:spcPts val="0"/>
              </a:spcAft>
              <a:buClr>
                <a:schemeClr val="dk1"/>
              </a:buClr>
              <a:buSzPts val="6600"/>
              <a:buChar char="–"/>
              <a:defRPr sz="6600"/>
            </a:lvl4pPr>
            <a:lvl5pPr indent="-647700" lvl="4" marL="2286000" algn="l">
              <a:lnSpc>
                <a:spcPct val="100000"/>
              </a:lnSpc>
              <a:spcBef>
                <a:spcPts val="1320"/>
              </a:spcBef>
              <a:spcAft>
                <a:spcPts val="0"/>
              </a:spcAft>
              <a:buClr>
                <a:schemeClr val="dk1"/>
              </a:buClr>
              <a:buSzPts val="6600"/>
              <a:buChar char="»"/>
              <a:defRPr sz="6600"/>
            </a:lvl5pPr>
            <a:lvl6pPr indent="-647700" lvl="5" marL="2743200" algn="l">
              <a:lnSpc>
                <a:spcPct val="100000"/>
              </a:lnSpc>
              <a:spcBef>
                <a:spcPts val="1320"/>
              </a:spcBef>
              <a:spcAft>
                <a:spcPts val="0"/>
              </a:spcAft>
              <a:buClr>
                <a:schemeClr val="dk1"/>
              </a:buClr>
              <a:buSzPts val="6600"/>
              <a:buChar char="•"/>
              <a:defRPr sz="6600"/>
            </a:lvl6pPr>
            <a:lvl7pPr indent="-647700" lvl="6" marL="3200400" algn="l">
              <a:lnSpc>
                <a:spcPct val="100000"/>
              </a:lnSpc>
              <a:spcBef>
                <a:spcPts val="1320"/>
              </a:spcBef>
              <a:spcAft>
                <a:spcPts val="0"/>
              </a:spcAft>
              <a:buClr>
                <a:schemeClr val="dk1"/>
              </a:buClr>
              <a:buSzPts val="6600"/>
              <a:buChar char="•"/>
              <a:defRPr sz="6600"/>
            </a:lvl7pPr>
            <a:lvl8pPr indent="-647700" lvl="7" marL="3657600" algn="l">
              <a:lnSpc>
                <a:spcPct val="100000"/>
              </a:lnSpc>
              <a:spcBef>
                <a:spcPts val="1320"/>
              </a:spcBef>
              <a:spcAft>
                <a:spcPts val="0"/>
              </a:spcAft>
              <a:buClr>
                <a:schemeClr val="dk1"/>
              </a:buClr>
              <a:buSzPts val="6600"/>
              <a:buChar char="•"/>
              <a:defRPr sz="6600"/>
            </a:lvl8pPr>
            <a:lvl9pPr indent="-647700" lvl="8" marL="4114800" algn="l">
              <a:lnSpc>
                <a:spcPct val="100000"/>
              </a:lnSpc>
              <a:spcBef>
                <a:spcPts val="1320"/>
              </a:spcBef>
              <a:spcAft>
                <a:spcPts val="0"/>
              </a:spcAft>
              <a:buClr>
                <a:schemeClr val="dk1"/>
              </a:buClr>
              <a:buSzPts val="6600"/>
              <a:buChar char="•"/>
              <a:defRPr sz="6600"/>
            </a:lvl9pPr>
          </a:lstStyle>
          <a:p/>
        </p:txBody>
      </p:sp>
      <p:sp>
        <p:nvSpPr>
          <p:cNvPr id="42" name="Google Shape;42;p6"/>
          <p:cNvSpPr txBox="1"/>
          <p:nvPr>
            <p:ph idx="10" type="dt"/>
          </p:nvPr>
        </p:nvSpPr>
        <p:spPr>
          <a:xfrm>
            <a:off x="1645920" y="40680645"/>
            <a:ext cx="7680960" cy="2336800"/>
          </a:xfrm>
          <a:prstGeom prst="rect">
            <a:avLst/>
          </a:prstGeom>
          <a:noFill/>
          <a:ln>
            <a:noFill/>
          </a:ln>
        </p:spPr>
        <p:txBody>
          <a:bodyPr anchorCtr="0" anchor="ctr" bIns="188100" lIns="376200" spcFirstLastPara="1" rIns="376200" wrap="square" tIns="1881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11247120" y="40680645"/>
            <a:ext cx="10424160" cy="2336800"/>
          </a:xfrm>
          <a:prstGeom prst="rect">
            <a:avLst/>
          </a:prstGeom>
          <a:noFill/>
          <a:ln>
            <a:noFill/>
          </a:ln>
        </p:spPr>
        <p:txBody>
          <a:bodyPr anchorCtr="0" anchor="ctr" bIns="188100" lIns="376200" spcFirstLastPara="1" rIns="376200" wrap="square" tIns="1881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23591520" y="40680645"/>
            <a:ext cx="7680960" cy="2336800"/>
          </a:xfrm>
          <a:prstGeom prst="rect">
            <a:avLst/>
          </a:prstGeom>
          <a:noFill/>
          <a:ln>
            <a:noFill/>
          </a:ln>
        </p:spPr>
        <p:txBody>
          <a:bodyPr anchorCtr="0" anchor="ctr" bIns="188100" lIns="376200" spcFirstLastPara="1" rIns="376200" wrap="square" tIns="188100">
            <a:noAutofit/>
          </a:bodyPr>
          <a:lstStyle>
            <a:lvl1pPr indent="0" lvl="0"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1645920" y="1757683"/>
            <a:ext cx="29626560" cy="7315200"/>
          </a:xfrm>
          <a:prstGeom prst="rect">
            <a:avLst/>
          </a:prstGeom>
          <a:noFill/>
          <a:ln>
            <a:noFill/>
          </a:ln>
        </p:spPr>
        <p:txBody>
          <a:bodyPr anchorCtr="0" anchor="ctr" bIns="188100" lIns="376200" spcFirstLastPara="1" rIns="376200" wrap="square" tIns="1881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0" type="dt"/>
          </p:nvPr>
        </p:nvSpPr>
        <p:spPr>
          <a:xfrm>
            <a:off x="1645920" y="40680645"/>
            <a:ext cx="7680960" cy="2336800"/>
          </a:xfrm>
          <a:prstGeom prst="rect">
            <a:avLst/>
          </a:prstGeom>
          <a:noFill/>
          <a:ln>
            <a:noFill/>
          </a:ln>
        </p:spPr>
        <p:txBody>
          <a:bodyPr anchorCtr="0" anchor="ctr" bIns="188100" lIns="376200" spcFirstLastPara="1" rIns="376200" wrap="square" tIns="1881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1" type="ftr"/>
          </p:nvPr>
        </p:nvSpPr>
        <p:spPr>
          <a:xfrm>
            <a:off x="11247120" y="40680645"/>
            <a:ext cx="10424160" cy="2336800"/>
          </a:xfrm>
          <a:prstGeom prst="rect">
            <a:avLst/>
          </a:prstGeom>
          <a:noFill/>
          <a:ln>
            <a:noFill/>
          </a:ln>
        </p:spPr>
        <p:txBody>
          <a:bodyPr anchorCtr="0" anchor="ctr" bIns="188100" lIns="376200" spcFirstLastPara="1" rIns="376200" wrap="square" tIns="1881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2" type="sldNum"/>
          </p:nvPr>
        </p:nvSpPr>
        <p:spPr>
          <a:xfrm>
            <a:off x="23591520" y="40680645"/>
            <a:ext cx="7680960" cy="2336800"/>
          </a:xfrm>
          <a:prstGeom prst="rect">
            <a:avLst/>
          </a:prstGeom>
          <a:noFill/>
          <a:ln>
            <a:noFill/>
          </a:ln>
        </p:spPr>
        <p:txBody>
          <a:bodyPr anchorCtr="0" anchor="ctr" bIns="188100" lIns="376200" spcFirstLastPara="1" rIns="376200" wrap="square" tIns="188100">
            <a:noAutofit/>
          </a:bodyPr>
          <a:lstStyle>
            <a:lvl1pPr indent="0" lvl="0"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1645920" y="40680645"/>
            <a:ext cx="7680960" cy="2336800"/>
          </a:xfrm>
          <a:prstGeom prst="rect">
            <a:avLst/>
          </a:prstGeom>
          <a:noFill/>
          <a:ln>
            <a:noFill/>
          </a:ln>
        </p:spPr>
        <p:txBody>
          <a:bodyPr anchorCtr="0" anchor="ctr" bIns="188100" lIns="376200" spcFirstLastPara="1" rIns="376200" wrap="square" tIns="1881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11247120" y="40680645"/>
            <a:ext cx="10424160" cy="2336800"/>
          </a:xfrm>
          <a:prstGeom prst="rect">
            <a:avLst/>
          </a:prstGeom>
          <a:noFill/>
          <a:ln>
            <a:noFill/>
          </a:ln>
        </p:spPr>
        <p:txBody>
          <a:bodyPr anchorCtr="0" anchor="ctr" bIns="188100" lIns="376200" spcFirstLastPara="1" rIns="376200" wrap="square" tIns="1881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23591520" y="40680645"/>
            <a:ext cx="7680960" cy="2336800"/>
          </a:xfrm>
          <a:prstGeom prst="rect">
            <a:avLst/>
          </a:prstGeom>
          <a:noFill/>
          <a:ln>
            <a:noFill/>
          </a:ln>
        </p:spPr>
        <p:txBody>
          <a:bodyPr anchorCtr="0" anchor="ctr" bIns="188100" lIns="376200" spcFirstLastPara="1" rIns="376200" wrap="square" tIns="188100">
            <a:noAutofit/>
          </a:bodyPr>
          <a:lstStyle>
            <a:lvl1pPr indent="0" lvl="0"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1645928" y="1747520"/>
            <a:ext cx="10829927" cy="7437120"/>
          </a:xfrm>
          <a:prstGeom prst="rect">
            <a:avLst/>
          </a:prstGeom>
          <a:noFill/>
          <a:ln>
            <a:noFill/>
          </a:ln>
        </p:spPr>
        <p:txBody>
          <a:bodyPr anchorCtr="0" anchor="b" bIns="188100" lIns="376200" spcFirstLastPara="1" rIns="376200" wrap="square" tIns="188100">
            <a:normAutofit/>
          </a:bodyPr>
          <a:lstStyle>
            <a:lvl1pPr lvl="0" algn="l">
              <a:lnSpc>
                <a:spcPct val="100000"/>
              </a:lnSpc>
              <a:spcBef>
                <a:spcPts val="0"/>
              </a:spcBef>
              <a:spcAft>
                <a:spcPts val="0"/>
              </a:spcAft>
              <a:buClr>
                <a:schemeClr val="dk1"/>
              </a:buClr>
              <a:buSzPts val="8300"/>
              <a:buFont typeface="Calibri"/>
              <a:buNone/>
              <a:defRPr b="1" sz="8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12870180" y="1747523"/>
            <a:ext cx="18402300" cy="37459924"/>
          </a:xfrm>
          <a:prstGeom prst="rect">
            <a:avLst/>
          </a:prstGeom>
          <a:noFill/>
          <a:ln>
            <a:noFill/>
          </a:ln>
        </p:spPr>
        <p:txBody>
          <a:bodyPr anchorCtr="0" anchor="t" bIns="188100" lIns="376200" spcFirstLastPara="1" rIns="376200" wrap="square" tIns="188100">
            <a:normAutofit/>
          </a:bodyPr>
          <a:lstStyle>
            <a:lvl1pPr indent="-1066800" lvl="0" marL="457200" algn="l">
              <a:lnSpc>
                <a:spcPct val="100000"/>
              </a:lnSpc>
              <a:spcBef>
                <a:spcPts val="2640"/>
              </a:spcBef>
              <a:spcAft>
                <a:spcPts val="0"/>
              </a:spcAft>
              <a:buClr>
                <a:schemeClr val="dk1"/>
              </a:buClr>
              <a:buSzPts val="13200"/>
              <a:buChar char="•"/>
              <a:defRPr sz="13200"/>
            </a:lvl1pPr>
            <a:lvl2pPr indent="-965200" lvl="1" marL="914400" algn="l">
              <a:lnSpc>
                <a:spcPct val="100000"/>
              </a:lnSpc>
              <a:spcBef>
                <a:spcPts val="2320"/>
              </a:spcBef>
              <a:spcAft>
                <a:spcPts val="0"/>
              </a:spcAft>
              <a:buClr>
                <a:schemeClr val="dk1"/>
              </a:buClr>
              <a:buSzPts val="11600"/>
              <a:buChar char="–"/>
              <a:defRPr sz="11600"/>
            </a:lvl2pPr>
            <a:lvl3pPr indent="-857250" lvl="2" marL="1371600" algn="l">
              <a:lnSpc>
                <a:spcPct val="100000"/>
              </a:lnSpc>
              <a:spcBef>
                <a:spcPts val="1980"/>
              </a:spcBef>
              <a:spcAft>
                <a:spcPts val="0"/>
              </a:spcAft>
              <a:buClr>
                <a:schemeClr val="dk1"/>
              </a:buClr>
              <a:buSzPts val="9900"/>
              <a:buChar char="•"/>
              <a:defRPr sz="9900"/>
            </a:lvl3pPr>
            <a:lvl4pPr indent="-755650" lvl="3" marL="1828800" algn="l">
              <a:lnSpc>
                <a:spcPct val="100000"/>
              </a:lnSpc>
              <a:spcBef>
                <a:spcPts val="1660"/>
              </a:spcBef>
              <a:spcAft>
                <a:spcPts val="0"/>
              </a:spcAft>
              <a:buClr>
                <a:schemeClr val="dk1"/>
              </a:buClr>
              <a:buSzPts val="8300"/>
              <a:buChar char="–"/>
              <a:defRPr sz="8300"/>
            </a:lvl4pPr>
            <a:lvl5pPr indent="-755650" lvl="4" marL="2286000" algn="l">
              <a:lnSpc>
                <a:spcPct val="100000"/>
              </a:lnSpc>
              <a:spcBef>
                <a:spcPts val="1660"/>
              </a:spcBef>
              <a:spcAft>
                <a:spcPts val="0"/>
              </a:spcAft>
              <a:buClr>
                <a:schemeClr val="dk1"/>
              </a:buClr>
              <a:buSzPts val="8300"/>
              <a:buChar char="»"/>
              <a:defRPr sz="8300"/>
            </a:lvl5pPr>
            <a:lvl6pPr indent="-755650" lvl="5" marL="2743200" algn="l">
              <a:lnSpc>
                <a:spcPct val="100000"/>
              </a:lnSpc>
              <a:spcBef>
                <a:spcPts val="1660"/>
              </a:spcBef>
              <a:spcAft>
                <a:spcPts val="0"/>
              </a:spcAft>
              <a:buClr>
                <a:schemeClr val="dk1"/>
              </a:buClr>
              <a:buSzPts val="8300"/>
              <a:buChar char="•"/>
              <a:defRPr sz="8300"/>
            </a:lvl6pPr>
            <a:lvl7pPr indent="-755650" lvl="6" marL="3200400" algn="l">
              <a:lnSpc>
                <a:spcPct val="100000"/>
              </a:lnSpc>
              <a:spcBef>
                <a:spcPts val="1660"/>
              </a:spcBef>
              <a:spcAft>
                <a:spcPts val="0"/>
              </a:spcAft>
              <a:buClr>
                <a:schemeClr val="dk1"/>
              </a:buClr>
              <a:buSzPts val="8300"/>
              <a:buChar char="•"/>
              <a:defRPr sz="8300"/>
            </a:lvl7pPr>
            <a:lvl8pPr indent="-755650" lvl="7" marL="3657600" algn="l">
              <a:lnSpc>
                <a:spcPct val="100000"/>
              </a:lnSpc>
              <a:spcBef>
                <a:spcPts val="1660"/>
              </a:spcBef>
              <a:spcAft>
                <a:spcPts val="0"/>
              </a:spcAft>
              <a:buClr>
                <a:schemeClr val="dk1"/>
              </a:buClr>
              <a:buSzPts val="8300"/>
              <a:buChar char="•"/>
              <a:defRPr sz="8300"/>
            </a:lvl8pPr>
            <a:lvl9pPr indent="-755650" lvl="8" marL="4114800" algn="l">
              <a:lnSpc>
                <a:spcPct val="100000"/>
              </a:lnSpc>
              <a:spcBef>
                <a:spcPts val="1660"/>
              </a:spcBef>
              <a:spcAft>
                <a:spcPts val="0"/>
              </a:spcAft>
              <a:buClr>
                <a:schemeClr val="dk1"/>
              </a:buClr>
              <a:buSzPts val="8300"/>
              <a:buChar char="•"/>
              <a:defRPr sz="8300"/>
            </a:lvl9pPr>
          </a:lstStyle>
          <a:p/>
        </p:txBody>
      </p:sp>
      <p:sp>
        <p:nvSpPr>
          <p:cNvPr id="57" name="Google Shape;57;p9"/>
          <p:cNvSpPr txBox="1"/>
          <p:nvPr>
            <p:ph idx="2" type="body"/>
          </p:nvPr>
        </p:nvSpPr>
        <p:spPr>
          <a:xfrm>
            <a:off x="1645928" y="9184643"/>
            <a:ext cx="10829927" cy="30022804"/>
          </a:xfrm>
          <a:prstGeom prst="rect">
            <a:avLst/>
          </a:prstGeom>
          <a:noFill/>
          <a:ln>
            <a:noFill/>
          </a:ln>
        </p:spPr>
        <p:txBody>
          <a:bodyPr anchorCtr="0" anchor="t" bIns="188100" lIns="376200" spcFirstLastPara="1" rIns="376200" wrap="square" tIns="188100">
            <a:normAutofit/>
          </a:bodyPr>
          <a:lstStyle>
            <a:lvl1pPr indent="-228600" lvl="0" marL="457200" algn="l">
              <a:lnSpc>
                <a:spcPct val="100000"/>
              </a:lnSpc>
              <a:spcBef>
                <a:spcPts val="1160"/>
              </a:spcBef>
              <a:spcAft>
                <a:spcPts val="0"/>
              </a:spcAft>
              <a:buClr>
                <a:schemeClr val="dk1"/>
              </a:buClr>
              <a:buSzPts val="5800"/>
              <a:buNone/>
              <a:defRPr sz="5800"/>
            </a:lvl1pPr>
            <a:lvl2pPr indent="-228600" lvl="1" marL="914400" algn="l">
              <a:lnSpc>
                <a:spcPct val="100000"/>
              </a:lnSpc>
              <a:spcBef>
                <a:spcPts val="1000"/>
              </a:spcBef>
              <a:spcAft>
                <a:spcPts val="0"/>
              </a:spcAft>
              <a:buClr>
                <a:schemeClr val="dk1"/>
              </a:buClr>
              <a:buSzPts val="5000"/>
              <a:buNone/>
              <a:defRPr sz="5000"/>
            </a:lvl2pPr>
            <a:lvl3pPr indent="-228600" lvl="2" marL="1371600" algn="l">
              <a:lnSpc>
                <a:spcPct val="100000"/>
              </a:lnSpc>
              <a:spcBef>
                <a:spcPts val="820"/>
              </a:spcBef>
              <a:spcAft>
                <a:spcPts val="0"/>
              </a:spcAft>
              <a:buClr>
                <a:schemeClr val="dk1"/>
              </a:buClr>
              <a:buSzPts val="4100"/>
              <a:buNone/>
              <a:defRPr sz="4100"/>
            </a:lvl3pPr>
            <a:lvl4pPr indent="-228600" lvl="3" marL="1828800" algn="l">
              <a:lnSpc>
                <a:spcPct val="100000"/>
              </a:lnSpc>
              <a:spcBef>
                <a:spcPts val="740"/>
              </a:spcBef>
              <a:spcAft>
                <a:spcPts val="0"/>
              </a:spcAft>
              <a:buClr>
                <a:schemeClr val="dk1"/>
              </a:buClr>
              <a:buSzPts val="3700"/>
              <a:buNone/>
              <a:defRPr sz="3700"/>
            </a:lvl4pPr>
            <a:lvl5pPr indent="-228600" lvl="4" marL="2286000" algn="l">
              <a:lnSpc>
                <a:spcPct val="100000"/>
              </a:lnSpc>
              <a:spcBef>
                <a:spcPts val="740"/>
              </a:spcBef>
              <a:spcAft>
                <a:spcPts val="0"/>
              </a:spcAft>
              <a:buClr>
                <a:schemeClr val="dk1"/>
              </a:buClr>
              <a:buSzPts val="3700"/>
              <a:buNone/>
              <a:defRPr sz="3700"/>
            </a:lvl5pPr>
            <a:lvl6pPr indent="-228600" lvl="5" marL="2743200" algn="l">
              <a:lnSpc>
                <a:spcPct val="100000"/>
              </a:lnSpc>
              <a:spcBef>
                <a:spcPts val="740"/>
              </a:spcBef>
              <a:spcAft>
                <a:spcPts val="0"/>
              </a:spcAft>
              <a:buClr>
                <a:schemeClr val="dk1"/>
              </a:buClr>
              <a:buSzPts val="3700"/>
              <a:buNone/>
              <a:defRPr sz="3700"/>
            </a:lvl6pPr>
            <a:lvl7pPr indent="-228600" lvl="6" marL="3200400" algn="l">
              <a:lnSpc>
                <a:spcPct val="100000"/>
              </a:lnSpc>
              <a:spcBef>
                <a:spcPts val="740"/>
              </a:spcBef>
              <a:spcAft>
                <a:spcPts val="0"/>
              </a:spcAft>
              <a:buClr>
                <a:schemeClr val="dk1"/>
              </a:buClr>
              <a:buSzPts val="3700"/>
              <a:buNone/>
              <a:defRPr sz="3700"/>
            </a:lvl7pPr>
            <a:lvl8pPr indent="-228600" lvl="7" marL="3657600" algn="l">
              <a:lnSpc>
                <a:spcPct val="100000"/>
              </a:lnSpc>
              <a:spcBef>
                <a:spcPts val="740"/>
              </a:spcBef>
              <a:spcAft>
                <a:spcPts val="0"/>
              </a:spcAft>
              <a:buClr>
                <a:schemeClr val="dk1"/>
              </a:buClr>
              <a:buSzPts val="3700"/>
              <a:buNone/>
              <a:defRPr sz="3700"/>
            </a:lvl8pPr>
            <a:lvl9pPr indent="-228600" lvl="8" marL="4114800" algn="l">
              <a:lnSpc>
                <a:spcPct val="100000"/>
              </a:lnSpc>
              <a:spcBef>
                <a:spcPts val="740"/>
              </a:spcBef>
              <a:spcAft>
                <a:spcPts val="0"/>
              </a:spcAft>
              <a:buClr>
                <a:schemeClr val="dk1"/>
              </a:buClr>
              <a:buSzPts val="3700"/>
              <a:buNone/>
              <a:defRPr sz="3700"/>
            </a:lvl9pPr>
          </a:lstStyle>
          <a:p/>
        </p:txBody>
      </p:sp>
      <p:sp>
        <p:nvSpPr>
          <p:cNvPr id="58" name="Google Shape;58;p9"/>
          <p:cNvSpPr txBox="1"/>
          <p:nvPr>
            <p:ph idx="10" type="dt"/>
          </p:nvPr>
        </p:nvSpPr>
        <p:spPr>
          <a:xfrm>
            <a:off x="1645920" y="40680645"/>
            <a:ext cx="7680960" cy="2336800"/>
          </a:xfrm>
          <a:prstGeom prst="rect">
            <a:avLst/>
          </a:prstGeom>
          <a:noFill/>
          <a:ln>
            <a:noFill/>
          </a:ln>
        </p:spPr>
        <p:txBody>
          <a:bodyPr anchorCtr="0" anchor="ctr" bIns="188100" lIns="376200" spcFirstLastPara="1" rIns="376200" wrap="square" tIns="1881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11247120" y="40680645"/>
            <a:ext cx="10424160" cy="2336800"/>
          </a:xfrm>
          <a:prstGeom prst="rect">
            <a:avLst/>
          </a:prstGeom>
          <a:noFill/>
          <a:ln>
            <a:noFill/>
          </a:ln>
        </p:spPr>
        <p:txBody>
          <a:bodyPr anchorCtr="0" anchor="ctr" bIns="188100" lIns="376200" spcFirstLastPara="1" rIns="376200" wrap="square" tIns="1881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23591520" y="40680645"/>
            <a:ext cx="7680960" cy="2336800"/>
          </a:xfrm>
          <a:prstGeom prst="rect">
            <a:avLst/>
          </a:prstGeom>
          <a:noFill/>
          <a:ln>
            <a:noFill/>
          </a:ln>
        </p:spPr>
        <p:txBody>
          <a:bodyPr anchorCtr="0" anchor="ctr" bIns="188100" lIns="376200" spcFirstLastPara="1" rIns="376200" wrap="square" tIns="188100">
            <a:noAutofit/>
          </a:bodyPr>
          <a:lstStyle>
            <a:lvl1pPr indent="0" lvl="0"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6452237" y="30723843"/>
            <a:ext cx="19751040" cy="3627124"/>
          </a:xfrm>
          <a:prstGeom prst="rect">
            <a:avLst/>
          </a:prstGeom>
          <a:noFill/>
          <a:ln>
            <a:noFill/>
          </a:ln>
        </p:spPr>
        <p:txBody>
          <a:bodyPr anchorCtr="0" anchor="b" bIns="188100" lIns="376200" spcFirstLastPara="1" rIns="376200" wrap="square" tIns="188100">
            <a:normAutofit/>
          </a:bodyPr>
          <a:lstStyle>
            <a:lvl1pPr lvl="0" algn="l">
              <a:lnSpc>
                <a:spcPct val="100000"/>
              </a:lnSpc>
              <a:spcBef>
                <a:spcPts val="0"/>
              </a:spcBef>
              <a:spcAft>
                <a:spcPts val="0"/>
              </a:spcAft>
              <a:buClr>
                <a:schemeClr val="dk1"/>
              </a:buClr>
              <a:buSzPts val="8300"/>
              <a:buFont typeface="Calibri"/>
              <a:buNone/>
              <a:defRPr b="1" sz="8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6452237" y="3921760"/>
            <a:ext cx="19751040" cy="26334720"/>
          </a:xfrm>
          <a:prstGeom prst="rect">
            <a:avLst/>
          </a:prstGeom>
          <a:noFill/>
          <a:ln>
            <a:noFill/>
          </a:ln>
        </p:spPr>
      </p:sp>
      <p:sp>
        <p:nvSpPr>
          <p:cNvPr id="64" name="Google Shape;64;p10"/>
          <p:cNvSpPr txBox="1"/>
          <p:nvPr>
            <p:ph idx="1" type="body"/>
          </p:nvPr>
        </p:nvSpPr>
        <p:spPr>
          <a:xfrm>
            <a:off x="6452237" y="34350967"/>
            <a:ext cx="19751040" cy="5151116"/>
          </a:xfrm>
          <a:prstGeom prst="rect">
            <a:avLst/>
          </a:prstGeom>
          <a:noFill/>
          <a:ln>
            <a:noFill/>
          </a:ln>
        </p:spPr>
        <p:txBody>
          <a:bodyPr anchorCtr="0" anchor="t" bIns="188100" lIns="376200" spcFirstLastPara="1" rIns="376200" wrap="square" tIns="188100">
            <a:normAutofit/>
          </a:bodyPr>
          <a:lstStyle>
            <a:lvl1pPr indent="-228600" lvl="0" marL="457200" algn="l">
              <a:lnSpc>
                <a:spcPct val="100000"/>
              </a:lnSpc>
              <a:spcBef>
                <a:spcPts val="1160"/>
              </a:spcBef>
              <a:spcAft>
                <a:spcPts val="0"/>
              </a:spcAft>
              <a:buClr>
                <a:schemeClr val="dk1"/>
              </a:buClr>
              <a:buSzPts val="5800"/>
              <a:buNone/>
              <a:defRPr sz="5800"/>
            </a:lvl1pPr>
            <a:lvl2pPr indent="-228600" lvl="1" marL="914400" algn="l">
              <a:lnSpc>
                <a:spcPct val="100000"/>
              </a:lnSpc>
              <a:spcBef>
                <a:spcPts val="1000"/>
              </a:spcBef>
              <a:spcAft>
                <a:spcPts val="0"/>
              </a:spcAft>
              <a:buClr>
                <a:schemeClr val="dk1"/>
              </a:buClr>
              <a:buSzPts val="5000"/>
              <a:buNone/>
              <a:defRPr sz="5000"/>
            </a:lvl2pPr>
            <a:lvl3pPr indent="-228600" lvl="2" marL="1371600" algn="l">
              <a:lnSpc>
                <a:spcPct val="100000"/>
              </a:lnSpc>
              <a:spcBef>
                <a:spcPts val="820"/>
              </a:spcBef>
              <a:spcAft>
                <a:spcPts val="0"/>
              </a:spcAft>
              <a:buClr>
                <a:schemeClr val="dk1"/>
              </a:buClr>
              <a:buSzPts val="4100"/>
              <a:buNone/>
              <a:defRPr sz="4100"/>
            </a:lvl3pPr>
            <a:lvl4pPr indent="-228600" lvl="3" marL="1828800" algn="l">
              <a:lnSpc>
                <a:spcPct val="100000"/>
              </a:lnSpc>
              <a:spcBef>
                <a:spcPts val="740"/>
              </a:spcBef>
              <a:spcAft>
                <a:spcPts val="0"/>
              </a:spcAft>
              <a:buClr>
                <a:schemeClr val="dk1"/>
              </a:buClr>
              <a:buSzPts val="3700"/>
              <a:buNone/>
              <a:defRPr sz="3700"/>
            </a:lvl4pPr>
            <a:lvl5pPr indent="-228600" lvl="4" marL="2286000" algn="l">
              <a:lnSpc>
                <a:spcPct val="100000"/>
              </a:lnSpc>
              <a:spcBef>
                <a:spcPts val="740"/>
              </a:spcBef>
              <a:spcAft>
                <a:spcPts val="0"/>
              </a:spcAft>
              <a:buClr>
                <a:schemeClr val="dk1"/>
              </a:buClr>
              <a:buSzPts val="3700"/>
              <a:buNone/>
              <a:defRPr sz="3700"/>
            </a:lvl5pPr>
            <a:lvl6pPr indent="-228600" lvl="5" marL="2743200" algn="l">
              <a:lnSpc>
                <a:spcPct val="100000"/>
              </a:lnSpc>
              <a:spcBef>
                <a:spcPts val="740"/>
              </a:spcBef>
              <a:spcAft>
                <a:spcPts val="0"/>
              </a:spcAft>
              <a:buClr>
                <a:schemeClr val="dk1"/>
              </a:buClr>
              <a:buSzPts val="3700"/>
              <a:buNone/>
              <a:defRPr sz="3700"/>
            </a:lvl6pPr>
            <a:lvl7pPr indent="-228600" lvl="6" marL="3200400" algn="l">
              <a:lnSpc>
                <a:spcPct val="100000"/>
              </a:lnSpc>
              <a:spcBef>
                <a:spcPts val="740"/>
              </a:spcBef>
              <a:spcAft>
                <a:spcPts val="0"/>
              </a:spcAft>
              <a:buClr>
                <a:schemeClr val="dk1"/>
              </a:buClr>
              <a:buSzPts val="3700"/>
              <a:buNone/>
              <a:defRPr sz="3700"/>
            </a:lvl7pPr>
            <a:lvl8pPr indent="-228600" lvl="7" marL="3657600" algn="l">
              <a:lnSpc>
                <a:spcPct val="100000"/>
              </a:lnSpc>
              <a:spcBef>
                <a:spcPts val="740"/>
              </a:spcBef>
              <a:spcAft>
                <a:spcPts val="0"/>
              </a:spcAft>
              <a:buClr>
                <a:schemeClr val="dk1"/>
              </a:buClr>
              <a:buSzPts val="3700"/>
              <a:buNone/>
              <a:defRPr sz="3700"/>
            </a:lvl8pPr>
            <a:lvl9pPr indent="-228600" lvl="8" marL="4114800" algn="l">
              <a:lnSpc>
                <a:spcPct val="100000"/>
              </a:lnSpc>
              <a:spcBef>
                <a:spcPts val="740"/>
              </a:spcBef>
              <a:spcAft>
                <a:spcPts val="0"/>
              </a:spcAft>
              <a:buClr>
                <a:schemeClr val="dk1"/>
              </a:buClr>
              <a:buSzPts val="3700"/>
              <a:buNone/>
              <a:defRPr sz="3700"/>
            </a:lvl9pPr>
          </a:lstStyle>
          <a:p/>
        </p:txBody>
      </p:sp>
      <p:sp>
        <p:nvSpPr>
          <p:cNvPr id="65" name="Google Shape;65;p10"/>
          <p:cNvSpPr txBox="1"/>
          <p:nvPr>
            <p:ph idx="10" type="dt"/>
          </p:nvPr>
        </p:nvSpPr>
        <p:spPr>
          <a:xfrm>
            <a:off x="1645920" y="40680645"/>
            <a:ext cx="7680960" cy="2336800"/>
          </a:xfrm>
          <a:prstGeom prst="rect">
            <a:avLst/>
          </a:prstGeom>
          <a:noFill/>
          <a:ln>
            <a:noFill/>
          </a:ln>
        </p:spPr>
        <p:txBody>
          <a:bodyPr anchorCtr="0" anchor="ctr" bIns="188100" lIns="376200" spcFirstLastPara="1" rIns="376200" wrap="square" tIns="1881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11247120" y="40680645"/>
            <a:ext cx="10424160" cy="2336800"/>
          </a:xfrm>
          <a:prstGeom prst="rect">
            <a:avLst/>
          </a:prstGeom>
          <a:noFill/>
          <a:ln>
            <a:noFill/>
          </a:ln>
        </p:spPr>
        <p:txBody>
          <a:bodyPr anchorCtr="0" anchor="ctr" bIns="188100" lIns="376200" spcFirstLastPara="1" rIns="376200" wrap="square" tIns="1881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23591520" y="40680645"/>
            <a:ext cx="7680960" cy="2336800"/>
          </a:xfrm>
          <a:prstGeom prst="rect">
            <a:avLst/>
          </a:prstGeom>
          <a:noFill/>
          <a:ln>
            <a:noFill/>
          </a:ln>
        </p:spPr>
        <p:txBody>
          <a:bodyPr anchorCtr="0" anchor="ctr" bIns="188100" lIns="376200" spcFirstLastPara="1" rIns="376200" wrap="square" tIns="188100">
            <a:noAutofit/>
          </a:bodyPr>
          <a:lstStyle>
            <a:lvl1pPr indent="0" lvl="0"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1645920" y="1757683"/>
            <a:ext cx="29626560" cy="7315200"/>
          </a:xfrm>
          <a:prstGeom prst="rect">
            <a:avLst/>
          </a:prstGeom>
          <a:noFill/>
          <a:ln>
            <a:noFill/>
          </a:ln>
        </p:spPr>
        <p:txBody>
          <a:bodyPr anchorCtr="0" anchor="ctr" bIns="188100" lIns="376200" spcFirstLastPara="1" rIns="376200" wrap="square" tIns="1881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1976118" y="9911090"/>
            <a:ext cx="28966163" cy="29626560"/>
          </a:xfrm>
          <a:prstGeom prst="rect">
            <a:avLst/>
          </a:prstGeom>
          <a:noFill/>
          <a:ln>
            <a:noFill/>
          </a:ln>
        </p:spPr>
        <p:txBody>
          <a:bodyPr anchorCtr="0" anchor="t" bIns="188100" lIns="376200" spcFirstLastPara="1" rIns="376200" wrap="square" tIns="1881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1645920" y="40680645"/>
            <a:ext cx="7680960" cy="2336800"/>
          </a:xfrm>
          <a:prstGeom prst="rect">
            <a:avLst/>
          </a:prstGeom>
          <a:noFill/>
          <a:ln>
            <a:noFill/>
          </a:ln>
        </p:spPr>
        <p:txBody>
          <a:bodyPr anchorCtr="0" anchor="ctr" bIns="188100" lIns="376200" spcFirstLastPara="1" rIns="376200" wrap="square" tIns="1881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11247120" y="40680645"/>
            <a:ext cx="10424160" cy="2336800"/>
          </a:xfrm>
          <a:prstGeom prst="rect">
            <a:avLst/>
          </a:prstGeom>
          <a:noFill/>
          <a:ln>
            <a:noFill/>
          </a:ln>
        </p:spPr>
        <p:txBody>
          <a:bodyPr anchorCtr="0" anchor="ctr" bIns="188100" lIns="376200" spcFirstLastPara="1" rIns="376200" wrap="square" tIns="1881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23591520" y="40680645"/>
            <a:ext cx="7680960" cy="2336800"/>
          </a:xfrm>
          <a:prstGeom prst="rect">
            <a:avLst/>
          </a:prstGeom>
          <a:noFill/>
          <a:ln>
            <a:noFill/>
          </a:ln>
        </p:spPr>
        <p:txBody>
          <a:bodyPr anchorCtr="0" anchor="ctr" bIns="188100" lIns="376200" spcFirstLastPara="1" rIns="376200" wrap="square" tIns="188100">
            <a:noAutofit/>
          </a:bodyPr>
          <a:lstStyle>
            <a:lvl1pPr indent="0" lvl="0"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54525235" y="88503449"/>
            <a:ext cx="199725280" cy="41473757"/>
          </a:xfrm>
          <a:prstGeom prst="rect">
            <a:avLst/>
          </a:prstGeom>
          <a:noFill/>
          <a:ln>
            <a:noFill/>
          </a:ln>
        </p:spPr>
        <p:txBody>
          <a:bodyPr anchorCtr="0" anchor="ctr" bIns="188100" lIns="376200" spcFirstLastPara="1" rIns="376200" wrap="square" tIns="1881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28702308" y="47298301"/>
            <a:ext cx="199725280" cy="123884053"/>
          </a:xfrm>
          <a:prstGeom prst="rect">
            <a:avLst/>
          </a:prstGeom>
          <a:noFill/>
          <a:ln>
            <a:noFill/>
          </a:ln>
        </p:spPr>
        <p:txBody>
          <a:bodyPr anchorCtr="0" anchor="t" bIns="188100" lIns="376200" spcFirstLastPara="1" rIns="376200" wrap="square" tIns="1881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1645920" y="40680645"/>
            <a:ext cx="7680960" cy="2336800"/>
          </a:xfrm>
          <a:prstGeom prst="rect">
            <a:avLst/>
          </a:prstGeom>
          <a:noFill/>
          <a:ln>
            <a:noFill/>
          </a:ln>
        </p:spPr>
        <p:txBody>
          <a:bodyPr anchorCtr="0" anchor="ctr" bIns="188100" lIns="376200" spcFirstLastPara="1" rIns="376200" wrap="square" tIns="1881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11247120" y="40680645"/>
            <a:ext cx="10424160" cy="2336800"/>
          </a:xfrm>
          <a:prstGeom prst="rect">
            <a:avLst/>
          </a:prstGeom>
          <a:noFill/>
          <a:ln>
            <a:noFill/>
          </a:ln>
        </p:spPr>
        <p:txBody>
          <a:bodyPr anchorCtr="0" anchor="ctr" bIns="188100" lIns="376200" spcFirstLastPara="1" rIns="376200" wrap="square" tIns="1881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23591520" y="40680645"/>
            <a:ext cx="7680960" cy="2336800"/>
          </a:xfrm>
          <a:prstGeom prst="rect">
            <a:avLst/>
          </a:prstGeom>
          <a:noFill/>
          <a:ln>
            <a:noFill/>
          </a:ln>
        </p:spPr>
        <p:txBody>
          <a:bodyPr anchorCtr="0" anchor="ctr" bIns="188100" lIns="376200" spcFirstLastPara="1" rIns="376200" wrap="square" tIns="188100">
            <a:noAutofit/>
          </a:bodyPr>
          <a:lstStyle>
            <a:lvl1pPr indent="0" lvl="0"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645920" y="1757683"/>
            <a:ext cx="29626560" cy="7315200"/>
          </a:xfrm>
          <a:prstGeom prst="rect">
            <a:avLst/>
          </a:prstGeom>
          <a:noFill/>
          <a:ln>
            <a:noFill/>
          </a:ln>
        </p:spPr>
        <p:txBody>
          <a:bodyPr anchorCtr="0" anchor="ctr" bIns="188100" lIns="376200" spcFirstLastPara="1" rIns="376200" wrap="square" tIns="188100">
            <a:normAutofit/>
          </a:bodyPr>
          <a:lstStyle>
            <a:lvl1pPr lvl="0" marR="0" rtl="0" algn="ctr">
              <a:lnSpc>
                <a:spcPct val="100000"/>
              </a:lnSpc>
              <a:spcBef>
                <a:spcPts val="0"/>
              </a:spcBef>
              <a:spcAft>
                <a:spcPts val="0"/>
              </a:spcAft>
              <a:buClr>
                <a:schemeClr val="dk1"/>
              </a:buClr>
              <a:buSzPts val="18100"/>
              <a:buFont typeface="Calibri"/>
              <a:buNone/>
              <a:defRPr b="0" i="0" sz="181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1645920" y="10241288"/>
            <a:ext cx="29626560" cy="28966163"/>
          </a:xfrm>
          <a:prstGeom prst="rect">
            <a:avLst/>
          </a:prstGeom>
          <a:noFill/>
          <a:ln>
            <a:noFill/>
          </a:ln>
        </p:spPr>
        <p:txBody>
          <a:bodyPr anchorCtr="0" anchor="t" bIns="188100" lIns="376200" spcFirstLastPara="1" rIns="376200" wrap="square" tIns="188100">
            <a:normAutofit/>
          </a:bodyPr>
          <a:lstStyle>
            <a:lvl1pPr indent="-1066800" lvl="0" marL="457200" marR="0" rtl="0" algn="l">
              <a:lnSpc>
                <a:spcPct val="100000"/>
              </a:lnSpc>
              <a:spcBef>
                <a:spcPts val="2640"/>
              </a:spcBef>
              <a:spcAft>
                <a:spcPts val="0"/>
              </a:spcAft>
              <a:buClr>
                <a:schemeClr val="dk1"/>
              </a:buClr>
              <a:buSzPts val="13200"/>
              <a:buFont typeface="Arial"/>
              <a:buChar char="•"/>
              <a:defRPr b="0" i="0" sz="13200" u="none" cap="none" strike="noStrike">
                <a:solidFill>
                  <a:schemeClr val="dk1"/>
                </a:solidFill>
                <a:latin typeface="Calibri"/>
                <a:ea typeface="Calibri"/>
                <a:cs typeface="Calibri"/>
                <a:sym typeface="Calibri"/>
              </a:defRPr>
            </a:lvl1pPr>
            <a:lvl2pPr indent="-965200" lvl="1" marL="914400" marR="0" rtl="0" algn="l">
              <a:lnSpc>
                <a:spcPct val="100000"/>
              </a:lnSpc>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2pPr>
            <a:lvl3pPr indent="-857250" lvl="2" marL="1371600" marR="0" rtl="0" algn="l">
              <a:lnSpc>
                <a:spcPct val="100000"/>
              </a:lnSpc>
              <a:spcBef>
                <a:spcPts val="1980"/>
              </a:spcBef>
              <a:spcAft>
                <a:spcPts val="0"/>
              </a:spcAft>
              <a:buClr>
                <a:schemeClr val="dk1"/>
              </a:buClr>
              <a:buSzPts val="9900"/>
              <a:buFont typeface="Arial"/>
              <a:buChar char="•"/>
              <a:defRPr b="0" i="0" sz="9900" u="none" cap="none" strike="noStrike">
                <a:solidFill>
                  <a:schemeClr val="dk1"/>
                </a:solidFill>
                <a:latin typeface="Calibri"/>
                <a:ea typeface="Calibri"/>
                <a:cs typeface="Calibri"/>
                <a:sym typeface="Calibri"/>
              </a:defRPr>
            </a:lvl3pPr>
            <a:lvl4pPr indent="-755650" lvl="3" marL="1828800" marR="0" rtl="0" algn="l">
              <a:lnSpc>
                <a:spcPct val="100000"/>
              </a:lnSpc>
              <a:spcBef>
                <a:spcPts val="1660"/>
              </a:spcBef>
              <a:spcAft>
                <a:spcPts val="0"/>
              </a:spcAft>
              <a:buClr>
                <a:schemeClr val="dk1"/>
              </a:buClr>
              <a:buSzPts val="8300"/>
              <a:buFont typeface="Arial"/>
              <a:buChar char="–"/>
              <a:defRPr b="0" i="0" sz="8300" u="none" cap="none" strike="noStrike">
                <a:solidFill>
                  <a:schemeClr val="dk1"/>
                </a:solidFill>
                <a:latin typeface="Calibri"/>
                <a:ea typeface="Calibri"/>
                <a:cs typeface="Calibri"/>
                <a:sym typeface="Calibri"/>
              </a:defRPr>
            </a:lvl4pPr>
            <a:lvl5pPr indent="-755650" lvl="4" marL="2286000" marR="0" rtl="0" algn="l">
              <a:lnSpc>
                <a:spcPct val="100000"/>
              </a:lnSpc>
              <a:spcBef>
                <a:spcPts val="1660"/>
              </a:spcBef>
              <a:spcAft>
                <a:spcPts val="0"/>
              </a:spcAft>
              <a:buClr>
                <a:schemeClr val="dk1"/>
              </a:buClr>
              <a:buSzPts val="8300"/>
              <a:buFont typeface="Arial"/>
              <a:buChar char="»"/>
              <a:defRPr b="0" i="0" sz="8300" u="none" cap="none" strike="noStrike">
                <a:solidFill>
                  <a:schemeClr val="dk1"/>
                </a:solidFill>
                <a:latin typeface="Calibri"/>
                <a:ea typeface="Calibri"/>
                <a:cs typeface="Calibri"/>
                <a:sym typeface="Calibri"/>
              </a:defRPr>
            </a:lvl5pPr>
            <a:lvl6pPr indent="-755650" lvl="5" marL="2743200" marR="0" rtl="0" algn="l">
              <a:lnSpc>
                <a:spcPct val="100000"/>
              </a:lnSpc>
              <a:spcBef>
                <a:spcPts val="1660"/>
              </a:spcBef>
              <a:spcAft>
                <a:spcPts val="0"/>
              </a:spcAft>
              <a:buClr>
                <a:schemeClr val="dk1"/>
              </a:buClr>
              <a:buSzPts val="8300"/>
              <a:buFont typeface="Arial"/>
              <a:buChar char="•"/>
              <a:defRPr b="0" i="0" sz="8300" u="none" cap="none" strike="noStrike">
                <a:solidFill>
                  <a:schemeClr val="dk1"/>
                </a:solidFill>
                <a:latin typeface="Calibri"/>
                <a:ea typeface="Calibri"/>
                <a:cs typeface="Calibri"/>
                <a:sym typeface="Calibri"/>
              </a:defRPr>
            </a:lvl6pPr>
            <a:lvl7pPr indent="-755650" lvl="6" marL="3200400" marR="0" rtl="0" algn="l">
              <a:lnSpc>
                <a:spcPct val="100000"/>
              </a:lnSpc>
              <a:spcBef>
                <a:spcPts val="1660"/>
              </a:spcBef>
              <a:spcAft>
                <a:spcPts val="0"/>
              </a:spcAft>
              <a:buClr>
                <a:schemeClr val="dk1"/>
              </a:buClr>
              <a:buSzPts val="8300"/>
              <a:buFont typeface="Arial"/>
              <a:buChar char="•"/>
              <a:defRPr b="0" i="0" sz="8300" u="none" cap="none" strike="noStrike">
                <a:solidFill>
                  <a:schemeClr val="dk1"/>
                </a:solidFill>
                <a:latin typeface="Calibri"/>
                <a:ea typeface="Calibri"/>
                <a:cs typeface="Calibri"/>
                <a:sym typeface="Calibri"/>
              </a:defRPr>
            </a:lvl7pPr>
            <a:lvl8pPr indent="-755650" lvl="7" marL="3657600" marR="0" rtl="0" algn="l">
              <a:lnSpc>
                <a:spcPct val="100000"/>
              </a:lnSpc>
              <a:spcBef>
                <a:spcPts val="1660"/>
              </a:spcBef>
              <a:spcAft>
                <a:spcPts val="0"/>
              </a:spcAft>
              <a:buClr>
                <a:schemeClr val="dk1"/>
              </a:buClr>
              <a:buSzPts val="8300"/>
              <a:buFont typeface="Arial"/>
              <a:buChar char="•"/>
              <a:defRPr b="0" i="0" sz="8300" u="none" cap="none" strike="noStrike">
                <a:solidFill>
                  <a:schemeClr val="dk1"/>
                </a:solidFill>
                <a:latin typeface="Calibri"/>
                <a:ea typeface="Calibri"/>
                <a:cs typeface="Calibri"/>
                <a:sym typeface="Calibri"/>
              </a:defRPr>
            </a:lvl8pPr>
            <a:lvl9pPr indent="-755650" lvl="8" marL="4114800" marR="0" rtl="0" algn="l">
              <a:lnSpc>
                <a:spcPct val="100000"/>
              </a:lnSpc>
              <a:spcBef>
                <a:spcPts val="1660"/>
              </a:spcBef>
              <a:spcAft>
                <a:spcPts val="0"/>
              </a:spcAft>
              <a:buClr>
                <a:schemeClr val="dk1"/>
              </a:buClr>
              <a:buSzPts val="8300"/>
              <a:buFont typeface="Arial"/>
              <a:buChar char="•"/>
              <a:defRPr b="0" i="0" sz="83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1645920" y="40680645"/>
            <a:ext cx="7680960" cy="2336800"/>
          </a:xfrm>
          <a:prstGeom prst="rect">
            <a:avLst/>
          </a:prstGeom>
          <a:noFill/>
          <a:ln>
            <a:noFill/>
          </a:ln>
        </p:spPr>
        <p:txBody>
          <a:bodyPr anchorCtr="0" anchor="ctr" bIns="188100" lIns="376200" spcFirstLastPara="1" rIns="376200" wrap="square" tIns="188100">
            <a:noAutofit/>
          </a:bodyPr>
          <a:lstStyle>
            <a:lvl1pPr lvl="0" marR="0" rtl="0" algn="l">
              <a:lnSpc>
                <a:spcPct val="100000"/>
              </a:lnSpc>
              <a:spcBef>
                <a:spcPts val="0"/>
              </a:spcBef>
              <a:spcAft>
                <a:spcPts val="0"/>
              </a:spcAft>
              <a:buClr>
                <a:srgbClr val="000000"/>
              </a:buClr>
              <a:buSzPts val="1400"/>
              <a:buFont typeface="Arial"/>
              <a:buNone/>
              <a:defRPr b="0" i="0" sz="50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7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7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7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7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7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7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7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7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11247120" y="40680645"/>
            <a:ext cx="10424160" cy="2336800"/>
          </a:xfrm>
          <a:prstGeom prst="rect">
            <a:avLst/>
          </a:prstGeom>
          <a:noFill/>
          <a:ln>
            <a:noFill/>
          </a:ln>
        </p:spPr>
        <p:txBody>
          <a:bodyPr anchorCtr="0" anchor="ctr" bIns="188100" lIns="376200" spcFirstLastPara="1" rIns="376200" wrap="square" tIns="188100">
            <a:noAutofit/>
          </a:bodyPr>
          <a:lstStyle>
            <a:lvl1pPr lvl="0" marR="0" rtl="0" algn="ctr">
              <a:lnSpc>
                <a:spcPct val="100000"/>
              </a:lnSpc>
              <a:spcBef>
                <a:spcPts val="0"/>
              </a:spcBef>
              <a:spcAft>
                <a:spcPts val="0"/>
              </a:spcAft>
              <a:buClr>
                <a:srgbClr val="000000"/>
              </a:buClr>
              <a:buSzPts val="1400"/>
              <a:buFont typeface="Arial"/>
              <a:buNone/>
              <a:defRPr b="0" i="0" sz="50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7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7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7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7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7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7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7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7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23591520" y="40680645"/>
            <a:ext cx="7680960" cy="2336800"/>
          </a:xfrm>
          <a:prstGeom prst="rect">
            <a:avLst/>
          </a:prstGeom>
          <a:noFill/>
          <a:ln>
            <a:noFill/>
          </a:ln>
        </p:spPr>
        <p:txBody>
          <a:bodyPr anchorCtr="0" anchor="ctr" bIns="188100" lIns="376200" spcFirstLastPara="1" rIns="376200" wrap="square" tIns="188100">
            <a:noAutofit/>
          </a:bodyPr>
          <a:lstStyle>
            <a:lvl1pPr indent="0" lvl="0" marL="0" marR="0" rtl="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5000"/>
              <a:buFont typeface="Arial"/>
              <a:buNone/>
              <a:defRPr b="0" i="0" sz="5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2.png"/><Relationship Id="rId13" Type="http://schemas.openxmlformats.org/officeDocument/2006/relationships/image" Target="../media/image2.png"/><Relationship Id="rId12" Type="http://schemas.openxmlformats.org/officeDocument/2006/relationships/image" Target="../media/image8.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gif"/><Relationship Id="rId4" Type="http://schemas.openxmlformats.org/officeDocument/2006/relationships/image" Target="../media/image5.png"/><Relationship Id="rId9" Type="http://schemas.openxmlformats.org/officeDocument/2006/relationships/image" Target="../media/image11.png"/><Relationship Id="rId15" Type="http://schemas.openxmlformats.org/officeDocument/2006/relationships/image" Target="../media/image13.png"/><Relationship Id="rId1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3.png"/><Relationship Id="rId7" Type="http://schemas.openxmlformats.org/officeDocument/2006/relationships/image" Target="../media/image9.png"/><Relationship Id="rId8"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nvSpPr>
        <p:spPr>
          <a:xfrm>
            <a:off x="4015750" y="31425"/>
            <a:ext cx="25069800" cy="532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0"/>
              <a:buFont typeface="Arial"/>
              <a:buNone/>
            </a:pPr>
            <a:r>
              <a:rPr b="1" lang="en-US" sz="9000">
                <a:solidFill>
                  <a:srgbClr val="1A1A1A"/>
                </a:solidFill>
                <a:latin typeface="Calibri"/>
                <a:ea typeface="Calibri"/>
                <a:cs typeface="Calibri"/>
                <a:sym typeface="Calibri"/>
              </a:rPr>
              <a:t>A Historical Analysis of Newspaper and Economic Forecasts Incorporating Machine Learning</a:t>
            </a:r>
            <a:endParaRPr b="1" sz="9000">
              <a:solidFill>
                <a:srgbClr val="1A1A1A"/>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5800"/>
              <a:buFont typeface="Arial"/>
              <a:buNone/>
            </a:pPr>
            <a:r>
              <a:rPr b="0" i="0" lang="en-US" sz="5800" u="none" cap="none" strike="noStrike">
                <a:solidFill>
                  <a:srgbClr val="5A5A5A"/>
                </a:solidFill>
                <a:latin typeface="Calibri"/>
                <a:ea typeface="Calibri"/>
                <a:cs typeface="Calibri"/>
                <a:sym typeface="Calibri"/>
              </a:rPr>
              <a:t>Bode Bosell</a:t>
            </a:r>
            <a:r>
              <a:rPr b="1" baseline="30000" lang="en-US" sz="3100">
                <a:solidFill>
                  <a:srgbClr val="1A1A1A"/>
                </a:solidFill>
                <a:latin typeface="Calibri"/>
                <a:ea typeface="Calibri"/>
                <a:cs typeface="Calibri"/>
                <a:sym typeface="Calibri"/>
              </a:rPr>
              <a:t>2, 4</a:t>
            </a:r>
            <a:r>
              <a:rPr b="0" i="0" lang="en-US" sz="5800" u="none" cap="none" strike="noStrike">
                <a:solidFill>
                  <a:srgbClr val="5A5A5A"/>
                </a:solidFill>
                <a:latin typeface="Calibri"/>
                <a:ea typeface="Calibri"/>
                <a:cs typeface="Calibri"/>
                <a:sym typeface="Calibri"/>
              </a:rPr>
              <a:t>*, Jeremy Liu</a:t>
            </a:r>
            <a:r>
              <a:rPr b="1" baseline="30000" lang="en-US" sz="3100">
                <a:solidFill>
                  <a:srgbClr val="1A1A1A"/>
                </a:solidFill>
                <a:latin typeface="Calibri"/>
                <a:ea typeface="Calibri"/>
                <a:cs typeface="Calibri"/>
                <a:sym typeface="Calibri"/>
              </a:rPr>
              <a:t>3, 4</a:t>
            </a:r>
            <a:r>
              <a:rPr b="0" i="0" lang="en-US" sz="5800" u="none" cap="none" strike="noStrike">
                <a:solidFill>
                  <a:srgbClr val="5A5A5A"/>
                </a:solidFill>
                <a:latin typeface="Calibri"/>
                <a:ea typeface="Calibri"/>
                <a:cs typeface="Calibri"/>
                <a:sym typeface="Calibri"/>
              </a:rPr>
              <a:t>*, Vincent Wang</a:t>
            </a:r>
            <a:r>
              <a:rPr b="1" baseline="30000" lang="en-US" sz="3100">
                <a:solidFill>
                  <a:srgbClr val="1A1A1A"/>
                </a:solidFill>
                <a:latin typeface="Calibri"/>
                <a:ea typeface="Calibri"/>
                <a:cs typeface="Calibri"/>
                <a:sym typeface="Calibri"/>
              </a:rPr>
              <a:t>1, 4</a:t>
            </a:r>
            <a:r>
              <a:rPr b="0" i="0" lang="en-US" sz="5800" u="none" cap="none" strike="noStrike">
                <a:solidFill>
                  <a:srgbClr val="5A5A5A"/>
                </a:solidFill>
                <a:latin typeface="Calibri"/>
                <a:ea typeface="Calibri"/>
                <a:cs typeface="Calibri"/>
                <a:sym typeface="Calibri"/>
              </a:rPr>
              <a:t>*, Eugene </a:t>
            </a:r>
            <a:r>
              <a:rPr b="0" i="0" lang="en-US" sz="5800" u="none" cap="none" strike="noStrike">
                <a:solidFill>
                  <a:srgbClr val="5A5A5A"/>
                </a:solidFill>
                <a:latin typeface="Calibri"/>
                <a:ea typeface="Calibri"/>
                <a:cs typeface="Calibri"/>
                <a:sym typeface="Calibri"/>
              </a:rPr>
              <a:t>Pinsky</a:t>
            </a:r>
            <a:r>
              <a:rPr b="1" baseline="30000" lang="en-US" sz="3100">
                <a:solidFill>
                  <a:srgbClr val="1A1A1A"/>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a:p>
            <a:pPr indent="0" lvl="0" marL="0" rtl="0" algn="ctr">
              <a:spcBef>
                <a:spcPts val="0"/>
              </a:spcBef>
              <a:spcAft>
                <a:spcPts val="0"/>
              </a:spcAft>
              <a:buClr>
                <a:schemeClr val="dk1"/>
              </a:buClr>
              <a:buSzPts val="1100"/>
              <a:buFont typeface="Arial"/>
              <a:buNone/>
            </a:pPr>
            <a:r>
              <a:rPr b="1" lang="en-US" sz="3100">
                <a:solidFill>
                  <a:srgbClr val="1A1A1A"/>
                </a:solidFill>
                <a:latin typeface="Calibri"/>
                <a:ea typeface="Calibri"/>
                <a:cs typeface="Calibri"/>
                <a:sym typeface="Calibri"/>
              </a:rPr>
              <a:t>Valley Christian High School, 100 Skyway Dr 130, San Jose, CA 95111</a:t>
            </a:r>
            <a:r>
              <a:rPr b="1" baseline="30000" lang="en-US" sz="3100">
                <a:solidFill>
                  <a:srgbClr val="1A1A1A"/>
                </a:solidFill>
                <a:latin typeface="Calibri"/>
                <a:ea typeface="Calibri"/>
                <a:cs typeface="Calibri"/>
                <a:sym typeface="Calibri"/>
              </a:rPr>
              <a:t>1</a:t>
            </a:r>
            <a:r>
              <a:rPr b="1" lang="en-US" sz="3100">
                <a:solidFill>
                  <a:srgbClr val="1A1A1A"/>
                </a:solidFill>
                <a:latin typeface="Calibri"/>
                <a:ea typeface="Calibri"/>
                <a:cs typeface="Calibri"/>
                <a:sym typeface="Calibri"/>
              </a:rPr>
              <a:t>; Northview Highschool 10625 Parsons Road, Johns Creek, GA, 30097</a:t>
            </a:r>
            <a:r>
              <a:rPr b="1" baseline="30000" lang="en-US" sz="3100">
                <a:solidFill>
                  <a:srgbClr val="1A1A1A"/>
                </a:solidFill>
                <a:latin typeface="Calibri"/>
                <a:ea typeface="Calibri"/>
                <a:cs typeface="Calibri"/>
                <a:sym typeface="Calibri"/>
              </a:rPr>
              <a:t>2</a:t>
            </a:r>
            <a:r>
              <a:rPr b="1" lang="en-US" sz="3100">
                <a:solidFill>
                  <a:srgbClr val="1A1A1A"/>
                </a:solidFill>
                <a:latin typeface="Calibri"/>
                <a:ea typeface="Calibri"/>
                <a:cs typeface="Calibri"/>
                <a:sym typeface="Calibri"/>
              </a:rPr>
              <a:t>; Strake Jesuit College Preparatory, 8900 Bellaire Blvd, Houston, TX 77036</a:t>
            </a:r>
            <a:r>
              <a:rPr b="1" baseline="30000" lang="en-US" sz="3100">
                <a:solidFill>
                  <a:srgbClr val="1A1A1A"/>
                </a:solidFill>
                <a:latin typeface="Calibri"/>
                <a:ea typeface="Calibri"/>
                <a:cs typeface="Calibri"/>
                <a:sym typeface="Calibri"/>
              </a:rPr>
              <a:t>3</a:t>
            </a:r>
            <a:r>
              <a:rPr b="1" lang="en-US" sz="3100">
                <a:solidFill>
                  <a:srgbClr val="1A1A1A"/>
                </a:solidFill>
                <a:latin typeface="Calibri"/>
                <a:ea typeface="Calibri"/>
                <a:cs typeface="Calibri"/>
                <a:sym typeface="Calibri"/>
              </a:rPr>
              <a:t>; Boston University, Boston, MA, USA</a:t>
            </a:r>
            <a:r>
              <a:rPr b="1" baseline="30000" lang="en-US" sz="3100">
                <a:solidFill>
                  <a:srgbClr val="1A1A1A"/>
                </a:solidFill>
                <a:latin typeface="Calibri"/>
                <a:ea typeface="Calibri"/>
                <a:cs typeface="Calibri"/>
                <a:sym typeface="Calibri"/>
              </a:rPr>
              <a:t>4</a:t>
            </a:r>
            <a:endParaRPr b="1" baseline="30000" sz="3100">
              <a:solidFill>
                <a:srgbClr val="1A1A1A"/>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b="1" baseline="30000" lang="en-US" sz="4000">
                <a:solidFill>
                  <a:srgbClr val="1A1A1A"/>
                </a:solidFill>
                <a:latin typeface="Calibri"/>
                <a:ea typeface="Calibri"/>
                <a:cs typeface="Calibri"/>
                <a:sym typeface="Calibri"/>
              </a:rPr>
              <a:t>*Authors contributed equally</a:t>
            </a:r>
            <a:endParaRPr b="1" baseline="30000" sz="4000">
              <a:solidFill>
                <a:srgbClr val="1A1A1A"/>
              </a:solidFill>
              <a:latin typeface="Calibri"/>
              <a:ea typeface="Calibri"/>
              <a:cs typeface="Calibri"/>
              <a:sym typeface="Calibri"/>
            </a:endParaRPr>
          </a:p>
        </p:txBody>
      </p:sp>
      <p:sp>
        <p:nvSpPr>
          <p:cNvPr id="85" name="Google Shape;85;p13"/>
          <p:cNvSpPr/>
          <p:nvPr/>
        </p:nvSpPr>
        <p:spPr>
          <a:xfrm>
            <a:off x="728025" y="14009575"/>
            <a:ext cx="8073900" cy="29430600"/>
          </a:xfrm>
          <a:prstGeom prst="roundRect">
            <a:avLst>
              <a:gd fmla="val 7569" name="adj"/>
            </a:avLst>
          </a:prstGeom>
          <a:noFill/>
          <a:ln cap="flat" cmpd="sng" w="762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400"/>
              <a:buFont typeface="Arial"/>
              <a:buNone/>
            </a:pPr>
            <a:r>
              <a:t/>
            </a:r>
            <a:endParaRPr b="0" i="0" sz="7400" u="none" cap="none" strike="noStrike">
              <a:solidFill>
                <a:schemeClr val="lt1"/>
              </a:solidFill>
              <a:latin typeface="Calibri"/>
              <a:ea typeface="Calibri"/>
              <a:cs typeface="Calibri"/>
              <a:sym typeface="Calibri"/>
            </a:endParaRPr>
          </a:p>
        </p:txBody>
      </p:sp>
      <p:sp>
        <p:nvSpPr>
          <p:cNvPr id="86" name="Google Shape;86;p13"/>
          <p:cNvSpPr txBox="1"/>
          <p:nvPr/>
        </p:nvSpPr>
        <p:spPr>
          <a:xfrm>
            <a:off x="15182991" y="5378649"/>
            <a:ext cx="2707147" cy="110799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Calibri"/>
                <a:ea typeface="Calibri"/>
                <a:cs typeface="Calibri"/>
                <a:sym typeface="Calibri"/>
              </a:rPr>
              <a:t>Results</a:t>
            </a:r>
            <a:endParaRPr b="0" i="0" sz="1400" u="none" cap="none" strike="noStrike">
              <a:solidFill>
                <a:srgbClr val="000000"/>
              </a:solidFill>
              <a:latin typeface="Arial"/>
              <a:ea typeface="Arial"/>
              <a:cs typeface="Arial"/>
              <a:sym typeface="Arial"/>
            </a:endParaRPr>
          </a:p>
        </p:txBody>
      </p:sp>
      <p:sp>
        <p:nvSpPr>
          <p:cNvPr id="87" name="Google Shape;87;p13"/>
          <p:cNvSpPr txBox="1"/>
          <p:nvPr/>
        </p:nvSpPr>
        <p:spPr>
          <a:xfrm>
            <a:off x="26713509" y="35067775"/>
            <a:ext cx="3123600" cy="861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000"/>
              <a:buFont typeface="Arial"/>
              <a:buNone/>
            </a:pPr>
            <a:r>
              <a:rPr b="1" i="0" lang="en-US" sz="5000" u="none" cap="none" strike="noStrike">
                <a:solidFill>
                  <a:schemeClr val="dk1"/>
                </a:solidFill>
                <a:latin typeface="Calibri"/>
                <a:ea typeface="Calibri"/>
                <a:cs typeface="Calibri"/>
                <a:sym typeface="Calibri"/>
              </a:rPr>
              <a:t>References</a:t>
            </a:r>
            <a:endParaRPr b="0" i="0" sz="1400" u="none" cap="none" strike="noStrike">
              <a:solidFill>
                <a:srgbClr val="000000"/>
              </a:solidFill>
              <a:latin typeface="Arial"/>
              <a:ea typeface="Arial"/>
              <a:cs typeface="Arial"/>
              <a:sym typeface="Arial"/>
            </a:endParaRPr>
          </a:p>
        </p:txBody>
      </p:sp>
      <p:sp>
        <p:nvSpPr>
          <p:cNvPr id="88" name="Google Shape;88;p13"/>
          <p:cNvSpPr txBox="1"/>
          <p:nvPr/>
        </p:nvSpPr>
        <p:spPr>
          <a:xfrm>
            <a:off x="24747947" y="40463906"/>
            <a:ext cx="7095900" cy="1108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Calibri"/>
                <a:ea typeface="Calibri"/>
                <a:cs typeface="Calibri"/>
                <a:sym typeface="Calibri"/>
              </a:rPr>
              <a:t>Acknowledgements</a:t>
            </a:r>
            <a:endParaRPr b="0" i="0" sz="1400" u="none" cap="none" strike="noStrike">
              <a:solidFill>
                <a:srgbClr val="000000"/>
              </a:solidFill>
              <a:latin typeface="Arial"/>
              <a:ea typeface="Arial"/>
              <a:cs typeface="Arial"/>
              <a:sym typeface="Arial"/>
            </a:endParaRPr>
          </a:p>
        </p:txBody>
      </p:sp>
      <p:sp>
        <p:nvSpPr>
          <p:cNvPr id="89" name="Google Shape;89;p13"/>
          <p:cNvSpPr/>
          <p:nvPr/>
        </p:nvSpPr>
        <p:spPr>
          <a:xfrm>
            <a:off x="24189025" y="5007625"/>
            <a:ext cx="7938900" cy="29718900"/>
          </a:xfrm>
          <a:prstGeom prst="roundRect">
            <a:avLst>
              <a:gd fmla="val 7569" name="adj"/>
            </a:avLst>
          </a:prstGeom>
          <a:noFill/>
          <a:ln cap="flat" cmpd="sng" w="762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400"/>
              <a:buFont typeface="Arial"/>
              <a:buNone/>
            </a:pPr>
            <a:r>
              <a:t/>
            </a:r>
            <a:endParaRPr b="0" i="0" sz="7400" u="none" cap="none" strike="noStrike">
              <a:solidFill>
                <a:schemeClr val="lt1"/>
              </a:solidFill>
              <a:latin typeface="Calibri"/>
              <a:ea typeface="Calibri"/>
              <a:cs typeface="Calibri"/>
              <a:sym typeface="Calibri"/>
            </a:endParaRPr>
          </a:p>
        </p:txBody>
      </p:sp>
      <p:sp>
        <p:nvSpPr>
          <p:cNvPr id="90" name="Google Shape;90;p13"/>
          <p:cNvSpPr txBox="1"/>
          <p:nvPr/>
        </p:nvSpPr>
        <p:spPr>
          <a:xfrm>
            <a:off x="24684050" y="5007625"/>
            <a:ext cx="7223700" cy="1108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Calibri"/>
                <a:ea typeface="Calibri"/>
                <a:cs typeface="Calibri"/>
                <a:sym typeface="Calibri"/>
              </a:rPr>
              <a:t>Discussion</a:t>
            </a:r>
            <a:endParaRPr b="0" i="0" sz="1400" u="none" cap="none" strike="noStrike">
              <a:solidFill>
                <a:srgbClr val="000000"/>
              </a:solidFill>
              <a:latin typeface="Arial"/>
              <a:ea typeface="Arial"/>
              <a:cs typeface="Arial"/>
              <a:sym typeface="Arial"/>
            </a:endParaRPr>
          </a:p>
        </p:txBody>
      </p:sp>
      <p:sp>
        <p:nvSpPr>
          <p:cNvPr id="91" name="Google Shape;91;p13"/>
          <p:cNvSpPr txBox="1"/>
          <p:nvPr/>
        </p:nvSpPr>
        <p:spPr>
          <a:xfrm>
            <a:off x="3190387" y="14009569"/>
            <a:ext cx="3339000" cy="1108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Calibri"/>
                <a:ea typeface="Calibri"/>
                <a:cs typeface="Calibri"/>
                <a:sym typeface="Calibri"/>
              </a:rPr>
              <a:t>Methods</a:t>
            </a:r>
            <a:endParaRPr b="0" i="0" sz="1400" u="none" cap="none" strike="noStrike">
              <a:solidFill>
                <a:srgbClr val="000000"/>
              </a:solidFill>
              <a:latin typeface="Arial"/>
              <a:ea typeface="Arial"/>
              <a:cs typeface="Arial"/>
              <a:sym typeface="Arial"/>
            </a:endParaRPr>
          </a:p>
        </p:txBody>
      </p:sp>
      <p:sp>
        <p:nvSpPr>
          <p:cNvPr id="92" name="Google Shape;92;p13"/>
          <p:cNvSpPr txBox="1"/>
          <p:nvPr/>
        </p:nvSpPr>
        <p:spPr>
          <a:xfrm>
            <a:off x="2576284" y="5378649"/>
            <a:ext cx="4568746" cy="110799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Calibri"/>
                <a:ea typeface="Calibri"/>
                <a:cs typeface="Calibri"/>
                <a:sym typeface="Calibri"/>
              </a:rPr>
              <a:t>Introduction</a:t>
            </a:r>
            <a:endParaRPr b="0" i="0" sz="1400" u="none" cap="none" strike="noStrike">
              <a:solidFill>
                <a:srgbClr val="000000"/>
              </a:solidFill>
              <a:latin typeface="Arial"/>
              <a:ea typeface="Arial"/>
              <a:cs typeface="Arial"/>
              <a:sym typeface="Arial"/>
            </a:endParaRPr>
          </a:p>
        </p:txBody>
      </p:sp>
      <p:sp>
        <p:nvSpPr>
          <p:cNvPr id="93" name="Google Shape;93;p13"/>
          <p:cNvSpPr/>
          <p:nvPr/>
        </p:nvSpPr>
        <p:spPr>
          <a:xfrm>
            <a:off x="9297875" y="5007625"/>
            <a:ext cx="14241600" cy="38432700"/>
          </a:xfrm>
          <a:prstGeom prst="roundRect">
            <a:avLst>
              <a:gd fmla="val 7569" name="adj"/>
            </a:avLst>
          </a:prstGeom>
          <a:noFill/>
          <a:ln cap="flat" cmpd="sng" w="762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t/>
            </a:r>
            <a:endParaRPr b="1" sz="4500" u="sng">
              <a:solidFill>
                <a:schemeClr val="dk1"/>
              </a:solidFill>
              <a:latin typeface="Calibri"/>
              <a:ea typeface="Calibri"/>
              <a:cs typeface="Calibri"/>
              <a:sym typeface="Calibri"/>
            </a:endParaRPr>
          </a:p>
        </p:txBody>
      </p:sp>
      <p:sp>
        <p:nvSpPr>
          <p:cNvPr id="94" name="Google Shape;94;p13"/>
          <p:cNvSpPr/>
          <p:nvPr/>
        </p:nvSpPr>
        <p:spPr>
          <a:xfrm>
            <a:off x="24189025" y="40354300"/>
            <a:ext cx="7938900" cy="3099900"/>
          </a:xfrm>
          <a:prstGeom prst="roundRect">
            <a:avLst>
              <a:gd fmla="val 7569" name="adj"/>
            </a:avLst>
          </a:prstGeom>
          <a:noFill/>
          <a:ln cap="flat" cmpd="sng" w="762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400"/>
              <a:buFont typeface="Arial"/>
              <a:buNone/>
            </a:pPr>
            <a:r>
              <a:t/>
            </a:r>
            <a:endParaRPr b="0" i="0" sz="7400" u="none" cap="none" strike="noStrike">
              <a:solidFill>
                <a:schemeClr val="lt1"/>
              </a:solidFill>
              <a:latin typeface="Calibri"/>
              <a:ea typeface="Calibri"/>
              <a:cs typeface="Calibri"/>
              <a:sym typeface="Calibri"/>
            </a:endParaRPr>
          </a:p>
        </p:txBody>
      </p:sp>
      <p:sp>
        <p:nvSpPr>
          <p:cNvPr id="95" name="Google Shape;95;p13"/>
          <p:cNvSpPr/>
          <p:nvPr/>
        </p:nvSpPr>
        <p:spPr>
          <a:xfrm>
            <a:off x="24189025" y="35177135"/>
            <a:ext cx="7965900" cy="4814700"/>
          </a:xfrm>
          <a:prstGeom prst="roundRect">
            <a:avLst>
              <a:gd fmla="val 7569" name="adj"/>
            </a:avLst>
          </a:prstGeom>
          <a:noFill/>
          <a:ln cap="flat" cmpd="sng" w="762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400"/>
              <a:buFont typeface="Arial"/>
              <a:buNone/>
            </a:pPr>
            <a:r>
              <a:t/>
            </a:r>
            <a:endParaRPr b="0" i="0" sz="7400" u="none" cap="none" strike="noStrike">
              <a:solidFill>
                <a:schemeClr val="lt1"/>
              </a:solidFill>
              <a:latin typeface="Calibri"/>
              <a:ea typeface="Calibri"/>
              <a:cs typeface="Calibri"/>
              <a:sym typeface="Calibri"/>
            </a:endParaRPr>
          </a:p>
        </p:txBody>
      </p:sp>
      <p:sp>
        <p:nvSpPr>
          <p:cNvPr id="96" name="Google Shape;96;p13"/>
          <p:cNvSpPr/>
          <p:nvPr/>
        </p:nvSpPr>
        <p:spPr>
          <a:xfrm>
            <a:off x="655475" y="5007625"/>
            <a:ext cx="8228700" cy="8853900"/>
          </a:xfrm>
          <a:prstGeom prst="roundRect">
            <a:avLst>
              <a:gd fmla="val 7569" name="adj"/>
            </a:avLst>
          </a:prstGeom>
          <a:noFill/>
          <a:ln cap="flat" cmpd="sng" w="762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400"/>
              <a:buFont typeface="Arial"/>
              <a:buNone/>
            </a:pPr>
            <a:r>
              <a:t/>
            </a:r>
            <a:endParaRPr b="0" i="0" sz="7400" u="none" cap="none" strike="noStrike">
              <a:solidFill>
                <a:schemeClr val="lt1"/>
              </a:solidFill>
              <a:latin typeface="Calibri"/>
              <a:ea typeface="Calibri"/>
              <a:cs typeface="Calibri"/>
              <a:sym typeface="Calibri"/>
            </a:endParaRPr>
          </a:p>
        </p:txBody>
      </p:sp>
      <p:pic>
        <p:nvPicPr>
          <p:cNvPr id="97" name="Google Shape;97;p13"/>
          <p:cNvPicPr preferRelativeResize="0"/>
          <p:nvPr/>
        </p:nvPicPr>
        <p:blipFill rotWithShape="1">
          <a:blip r:embed="rId3">
            <a:alphaModFix/>
          </a:blip>
          <a:srcRect b="0" l="0" r="0" t="0"/>
          <a:stretch/>
        </p:blipFill>
        <p:spPr>
          <a:xfrm>
            <a:off x="0" y="-93133"/>
            <a:ext cx="4312197" cy="1934413"/>
          </a:xfrm>
          <a:prstGeom prst="rect">
            <a:avLst/>
          </a:prstGeom>
          <a:noFill/>
          <a:ln>
            <a:noFill/>
          </a:ln>
        </p:spPr>
      </p:pic>
      <p:sp>
        <p:nvSpPr>
          <p:cNvPr id="98" name="Google Shape;98;p13"/>
          <p:cNvSpPr txBox="1"/>
          <p:nvPr/>
        </p:nvSpPr>
        <p:spPr>
          <a:xfrm>
            <a:off x="1043382" y="6449723"/>
            <a:ext cx="7406700" cy="7395900"/>
          </a:xfrm>
          <a:prstGeom prst="rect">
            <a:avLst/>
          </a:prstGeom>
          <a:noFill/>
          <a:ln>
            <a:noFill/>
          </a:ln>
        </p:spPr>
        <p:txBody>
          <a:bodyPr anchorCtr="0" anchor="t" bIns="45700" lIns="91425" spcFirstLastPara="1" rIns="91425" wrap="square" tIns="45700">
            <a:spAutoFit/>
          </a:bodyPr>
          <a:lstStyle/>
          <a:p>
            <a:pPr indent="-393700" lvl="0" marL="457200" rtl="0" algn="l">
              <a:lnSpc>
                <a:spcPct val="115000"/>
              </a:lnSpc>
              <a:spcBef>
                <a:spcPts val="1200"/>
              </a:spcBef>
              <a:spcAft>
                <a:spcPts val="0"/>
              </a:spcAft>
              <a:buSzPts val="2600"/>
              <a:buChar char="●"/>
            </a:pPr>
            <a:r>
              <a:rPr lang="en-US" sz="2600">
                <a:solidFill>
                  <a:schemeClr val="dk1"/>
                </a:solidFill>
                <a:latin typeface="Calibri"/>
                <a:ea typeface="Calibri"/>
                <a:cs typeface="Calibri"/>
                <a:sym typeface="Calibri"/>
              </a:rPr>
              <a:t>Newspapers have attempted to predict the economy for over 100 years, but those predictions have never been graded against what actually </a:t>
            </a:r>
            <a:r>
              <a:rPr lang="en-US" sz="2600">
                <a:solidFill>
                  <a:schemeClr val="dk1"/>
                </a:solidFill>
                <a:latin typeface="Calibri"/>
                <a:ea typeface="Calibri"/>
                <a:cs typeface="Calibri"/>
                <a:sym typeface="Calibri"/>
              </a:rPr>
              <a:t>occurred</a:t>
            </a:r>
            <a:r>
              <a:rPr lang="en-US" sz="2600">
                <a:solidFill>
                  <a:schemeClr val="dk1"/>
                </a:solidFill>
                <a:latin typeface="Calibri"/>
                <a:ea typeface="Calibri"/>
                <a:cs typeface="Calibri"/>
                <a:sym typeface="Calibri"/>
              </a:rPr>
              <a:t>. </a:t>
            </a:r>
            <a:endParaRPr sz="2600">
              <a:solidFill>
                <a:schemeClr val="dk1"/>
              </a:solidFill>
              <a:latin typeface="Calibri"/>
              <a:ea typeface="Calibri"/>
              <a:cs typeface="Calibri"/>
              <a:sym typeface="Calibri"/>
            </a:endParaRPr>
          </a:p>
          <a:p>
            <a:pPr indent="-393700" lvl="0" marL="457200" rtl="0" algn="l">
              <a:lnSpc>
                <a:spcPct val="115000"/>
              </a:lnSpc>
              <a:spcBef>
                <a:spcPts val="0"/>
              </a:spcBef>
              <a:spcAft>
                <a:spcPts val="0"/>
              </a:spcAft>
              <a:buSzPts val="2600"/>
              <a:buChar char="●"/>
            </a:pPr>
            <a:r>
              <a:rPr lang="en-US" sz="2600">
                <a:solidFill>
                  <a:schemeClr val="dk1"/>
                </a:solidFill>
                <a:latin typeface="Calibri"/>
                <a:ea typeface="Calibri"/>
                <a:cs typeface="Calibri"/>
                <a:sym typeface="Calibri"/>
              </a:rPr>
              <a:t>Modern forecasters are inaccurate. Campbell (2024) found they were overconfident: 53% confidence but correct only 23%. The historical press has never been tested in a similar vein.   </a:t>
            </a:r>
            <a:endParaRPr sz="2600">
              <a:solidFill>
                <a:schemeClr val="dk1"/>
              </a:solidFill>
              <a:latin typeface="Calibri"/>
              <a:ea typeface="Calibri"/>
              <a:cs typeface="Calibri"/>
              <a:sym typeface="Calibri"/>
            </a:endParaRPr>
          </a:p>
          <a:p>
            <a:pPr indent="-393700" lvl="0" marL="457200" rtl="0" algn="l">
              <a:lnSpc>
                <a:spcPct val="115000"/>
              </a:lnSpc>
              <a:spcBef>
                <a:spcPts val="0"/>
              </a:spcBef>
              <a:spcAft>
                <a:spcPts val="0"/>
              </a:spcAft>
              <a:buSzPts val="2600"/>
              <a:buChar char="●"/>
            </a:pPr>
            <a:r>
              <a:rPr b="1" lang="en-US" sz="2600">
                <a:solidFill>
                  <a:schemeClr val="dk1"/>
                </a:solidFill>
                <a:latin typeface="Calibri"/>
                <a:ea typeface="Calibri"/>
                <a:cs typeface="Calibri"/>
                <a:sym typeface="Calibri"/>
              </a:rPr>
              <a:t>Our question: when the press said the economy would improve or worsen, was it right?</a:t>
            </a:r>
            <a:endParaRPr b="1" sz="2600">
              <a:solidFill>
                <a:schemeClr val="dk1"/>
              </a:solidFill>
              <a:latin typeface="Calibri"/>
              <a:ea typeface="Calibri"/>
              <a:cs typeface="Calibri"/>
              <a:sym typeface="Calibri"/>
            </a:endParaRPr>
          </a:p>
          <a:p>
            <a:pPr indent="-393700" lvl="0" marL="457200" rtl="0" algn="l">
              <a:lnSpc>
                <a:spcPct val="115000"/>
              </a:lnSpc>
              <a:spcBef>
                <a:spcPts val="0"/>
              </a:spcBef>
              <a:spcAft>
                <a:spcPts val="0"/>
              </a:spcAft>
              <a:buClr>
                <a:schemeClr val="dk1"/>
              </a:buClr>
              <a:buSzPts val="2600"/>
              <a:buFont typeface="Calibri"/>
              <a:buAutoNum type="arabicPeriod"/>
            </a:pPr>
            <a:r>
              <a:rPr lang="en-US" sz="2600">
                <a:solidFill>
                  <a:schemeClr val="dk1"/>
                </a:solidFill>
                <a:latin typeface="Calibri"/>
                <a:ea typeface="Calibri"/>
                <a:cs typeface="Calibri"/>
                <a:sym typeface="Calibri"/>
              </a:rPr>
              <a:t>We analyze forecasts across time periods to find patterns. </a:t>
            </a:r>
            <a:endParaRPr sz="2600">
              <a:solidFill>
                <a:schemeClr val="dk1"/>
              </a:solidFill>
              <a:latin typeface="Calibri"/>
              <a:ea typeface="Calibri"/>
              <a:cs typeface="Calibri"/>
              <a:sym typeface="Calibri"/>
            </a:endParaRPr>
          </a:p>
          <a:p>
            <a:pPr indent="-393700" lvl="0" marL="457200" rtl="0" algn="l">
              <a:lnSpc>
                <a:spcPct val="115000"/>
              </a:lnSpc>
              <a:spcBef>
                <a:spcPts val="0"/>
              </a:spcBef>
              <a:spcAft>
                <a:spcPts val="0"/>
              </a:spcAft>
              <a:buClr>
                <a:schemeClr val="dk1"/>
              </a:buClr>
              <a:buSzPts val="2600"/>
              <a:buFont typeface="Calibri"/>
              <a:buAutoNum type="arabicPeriod"/>
            </a:pPr>
            <a:r>
              <a:rPr lang="en-US" sz="2600">
                <a:solidFill>
                  <a:schemeClr val="dk1"/>
                </a:solidFill>
                <a:latin typeface="Calibri"/>
                <a:ea typeface="Calibri"/>
                <a:cs typeface="Calibri"/>
                <a:sym typeface="Calibri"/>
              </a:rPr>
              <a:t>We made a model that predicts whether or not a forecast will happen</a:t>
            </a:r>
            <a:endParaRPr sz="2600">
              <a:solidFill>
                <a:schemeClr val="dk1"/>
              </a:solidFill>
              <a:latin typeface="Calibri"/>
              <a:ea typeface="Calibri"/>
              <a:cs typeface="Calibri"/>
              <a:sym typeface="Calibri"/>
            </a:endParaRPr>
          </a:p>
          <a:p>
            <a:pPr indent="-393700" lvl="0" marL="457200" rtl="0" algn="l">
              <a:lnSpc>
                <a:spcPct val="115000"/>
              </a:lnSpc>
              <a:spcBef>
                <a:spcPts val="0"/>
              </a:spcBef>
              <a:spcAft>
                <a:spcPts val="0"/>
              </a:spcAft>
              <a:buClr>
                <a:schemeClr val="dk1"/>
              </a:buClr>
              <a:buSzPts val="2600"/>
              <a:buFont typeface="Calibri"/>
              <a:buAutoNum type="arabicPeriod"/>
            </a:pPr>
            <a:r>
              <a:rPr lang="en-US" sz="2600">
                <a:solidFill>
                  <a:schemeClr val="dk1"/>
                </a:solidFill>
                <a:latin typeface="Calibri"/>
                <a:ea typeface="Calibri"/>
                <a:cs typeface="Calibri"/>
                <a:sym typeface="Calibri"/>
              </a:rPr>
              <a:t>We made a model that predicts if a recession will happen in the next 12 months</a:t>
            </a:r>
            <a:endParaRPr sz="2600">
              <a:solidFill>
                <a:schemeClr val="dk1"/>
              </a:solidFill>
              <a:latin typeface="Calibri"/>
              <a:ea typeface="Calibri"/>
              <a:cs typeface="Calibri"/>
              <a:sym typeface="Calibri"/>
            </a:endParaRPr>
          </a:p>
        </p:txBody>
      </p:sp>
      <p:sp>
        <p:nvSpPr>
          <p:cNvPr id="99" name="Google Shape;99;p13"/>
          <p:cNvSpPr txBox="1"/>
          <p:nvPr/>
        </p:nvSpPr>
        <p:spPr>
          <a:xfrm>
            <a:off x="1241632" y="14938319"/>
            <a:ext cx="7406700" cy="639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1" i="0" lang="en-US" sz="3500" u="sng" cap="none" strike="noStrike">
                <a:solidFill>
                  <a:schemeClr val="dk1"/>
                </a:solidFill>
                <a:latin typeface="Calibri"/>
                <a:ea typeface="Calibri"/>
                <a:cs typeface="Calibri"/>
                <a:sym typeface="Calibri"/>
              </a:rPr>
              <a:t>Data Extraction:</a:t>
            </a:r>
            <a:endParaRPr b="0" i="0" sz="3500" u="none" cap="none" strike="noStrike">
              <a:solidFill>
                <a:schemeClr val="dk1"/>
              </a:solidFill>
              <a:latin typeface="Calibri"/>
              <a:ea typeface="Calibri"/>
              <a:cs typeface="Calibri"/>
              <a:sym typeface="Calibri"/>
            </a:endParaRPr>
          </a:p>
          <a:p>
            <a:pPr indent="-349250" lvl="0" marL="342900" marR="0" rtl="0" algn="l">
              <a:lnSpc>
                <a:spcPct val="100000"/>
              </a:lnSpc>
              <a:spcBef>
                <a:spcPts val="700"/>
              </a:spcBef>
              <a:spcAft>
                <a:spcPts val="0"/>
              </a:spcAft>
              <a:buClr>
                <a:srgbClr val="000000"/>
              </a:buClr>
              <a:buSzPts val="2475"/>
              <a:buFont typeface="Arial"/>
              <a:buChar char="●"/>
            </a:pPr>
            <a:r>
              <a:rPr b="0" i="0" lang="en-US" sz="2600" u="none" cap="none" strike="noStrike">
                <a:solidFill>
                  <a:schemeClr val="dk1"/>
                </a:solidFill>
                <a:latin typeface="Calibri"/>
                <a:ea typeface="Calibri"/>
                <a:cs typeface="Calibri"/>
                <a:sym typeface="Calibri"/>
              </a:rPr>
              <a:t>We used an LLM to read </a:t>
            </a:r>
            <a:r>
              <a:rPr b="1" i="0" lang="en-US" sz="2600" u="sng" cap="none" strike="noStrike">
                <a:solidFill>
                  <a:schemeClr val="dk1"/>
                </a:solidFill>
                <a:latin typeface="Calibri"/>
                <a:ea typeface="Calibri"/>
                <a:cs typeface="Calibri"/>
                <a:sym typeface="Calibri"/>
              </a:rPr>
              <a:t>15,721</a:t>
            </a:r>
            <a:r>
              <a:rPr b="0" i="0" lang="en-US" sz="2600" u="none" cap="none" strike="noStrike">
                <a:solidFill>
                  <a:schemeClr val="dk1"/>
                </a:solidFill>
                <a:latin typeface="Calibri"/>
                <a:ea typeface="Calibri"/>
                <a:cs typeface="Calibri"/>
                <a:sym typeface="Calibri"/>
              </a:rPr>
              <a:t> pages from the Library of Congress, with the purpose of extracting forecasts.</a:t>
            </a:r>
            <a:endParaRPr b="0" i="0" sz="2600" u="none" cap="none" strike="noStrike">
              <a:solidFill>
                <a:schemeClr val="dk1"/>
              </a:solidFill>
              <a:latin typeface="Calibri"/>
              <a:ea typeface="Calibri"/>
              <a:cs typeface="Calibri"/>
              <a:sym typeface="Calibri"/>
            </a:endParaRPr>
          </a:p>
          <a:p>
            <a:pPr indent="-349250" lvl="0" marL="342900" marR="0" rtl="0" algn="l">
              <a:lnSpc>
                <a:spcPct val="100000"/>
              </a:lnSpc>
              <a:spcBef>
                <a:spcPts val="700"/>
              </a:spcBef>
              <a:spcAft>
                <a:spcPts val="0"/>
              </a:spcAft>
              <a:buClr>
                <a:srgbClr val="000000"/>
              </a:buClr>
              <a:buSzPts val="2475"/>
              <a:buFont typeface="Arial"/>
              <a:buChar char="●"/>
            </a:pPr>
            <a:r>
              <a:rPr b="0" i="0" lang="en-US" sz="2600" u="none" cap="none" strike="noStrike">
                <a:solidFill>
                  <a:schemeClr val="dk1"/>
                </a:solidFill>
                <a:latin typeface="Calibri"/>
                <a:ea typeface="Calibri"/>
                <a:cs typeface="Calibri"/>
                <a:sym typeface="Calibri"/>
              </a:rPr>
              <a:t>The LLM then assigned labels (topic, direction, voice, etc.) to each of those claims.</a:t>
            </a:r>
            <a:endParaRPr b="0" i="0" sz="2600" u="none" cap="none" strike="noStrike">
              <a:solidFill>
                <a:schemeClr val="dk1"/>
              </a:solidFill>
              <a:latin typeface="Calibri"/>
              <a:ea typeface="Calibri"/>
              <a:cs typeface="Calibri"/>
              <a:sym typeface="Calibri"/>
            </a:endParaRPr>
          </a:p>
          <a:p>
            <a:pPr indent="-349250" lvl="0" marL="342900" marR="0" rtl="0" algn="l">
              <a:lnSpc>
                <a:spcPct val="100000"/>
              </a:lnSpc>
              <a:spcBef>
                <a:spcPts val="700"/>
              </a:spcBef>
              <a:spcAft>
                <a:spcPts val="0"/>
              </a:spcAft>
              <a:buClr>
                <a:srgbClr val="000000"/>
              </a:buClr>
              <a:buSzPts val="2475"/>
              <a:buFont typeface="Arial"/>
              <a:buChar char="●"/>
            </a:pPr>
            <a:r>
              <a:rPr b="0" i="0" lang="en-US" sz="2600" u="none" cap="none" strike="noStrike">
                <a:solidFill>
                  <a:schemeClr val="dk1"/>
                </a:solidFill>
                <a:latin typeface="Calibri"/>
                <a:ea typeface="Calibri"/>
                <a:cs typeface="Calibri"/>
                <a:sym typeface="Calibri"/>
              </a:rPr>
              <a:t>The LLM was able to extract </a:t>
            </a:r>
            <a:r>
              <a:rPr b="1" i="0" lang="en-US" sz="2600" u="sng" cap="none" strike="noStrike">
                <a:solidFill>
                  <a:schemeClr val="dk1"/>
                </a:solidFill>
                <a:latin typeface="Calibri"/>
                <a:ea typeface="Calibri"/>
                <a:cs typeface="Calibri"/>
                <a:sym typeface="Calibri"/>
              </a:rPr>
              <a:t>30,765</a:t>
            </a:r>
            <a:r>
              <a:rPr b="0" i="0" lang="en-US" sz="2600" u="none" cap="none" strike="noStrike">
                <a:solidFill>
                  <a:schemeClr val="dk1"/>
                </a:solidFill>
                <a:latin typeface="Calibri"/>
                <a:ea typeface="Calibri"/>
                <a:cs typeface="Calibri"/>
                <a:sym typeface="Calibri"/>
              </a:rPr>
              <a:t> forecasts, of which </a:t>
            </a:r>
            <a:r>
              <a:rPr b="1" i="0" lang="en-US" sz="2600" u="sng" cap="none" strike="noStrike">
                <a:solidFill>
                  <a:schemeClr val="dk1"/>
                </a:solidFill>
                <a:latin typeface="Calibri"/>
                <a:ea typeface="Calibri"/>
                <a:cs typeface="Calibri"/>
                <a:sym typeface="Calibri"/>
              </a:rPr>
              <a:t>14,251</a:t>
            </a:r>
            <a:r>
              <a:rPr b="0" i="0" lang="en-US" sz="2600" u="none" cap="none" strike="noStrike">
                <a:solidFill>
                  <a:schemeClr val="dk1"/>
                </a:solidFill>
                <a:latin typeface="Calibri"/>
                <a:ea typeface="Calibri"/>
                <a:cs typeface="Calibri"/>
                <a:sym typeface="Calibri"/>
              </a:rPr>
              <a:t> were scorable. (Unscorable claims are claims that are foreign, regional, or outside of coverage.</a:t>
            </a:r>
            <a:r>
              <a:rPr lang="en-US" sz="2600">
                <a:solidFill>
                  <a:schemeClr val="dk1"/>
                </a:solidFill>
                <a:latin typeface="Calibri"/>
                <a:ea typeface="Calibri"/>
                <a:cs typeface="Calibri"/>
                <a:sym typeface="Calibri"/>
              </a:rPr>
              <a:t>)</a:t>
            </a:r>
            <a:endParaRPr sz="2600">
              <a:solidFill>
                <a:schemeClr val="dk1"/>
              </a:solidFill>
              <a:latin typeface="Calibri"/>
              <a:ea typeface="Calibri"/>
              <a:cs typeface="Calibri"/>
              <a:sym typeface="Calibri"/>
            </a:endParaRPr>
          </a:p>
          <a:p>
            <a:pPr indent="-349250" lvl="0" marL="342900" marR="0" rtl="0" algn="l">
              <a:lnSpc>
                <a:spcPct val="100000"/>
              </a:lnSpc>
              <a:spcBef>
                <a:spcPts val="700"/>
              </a:spcBef>
              <a:spcAft>
                <a:spcPts val="0"/>
              </a:spcAft>
              <a:buClr>
                <a:srgbClr val="000000"/>
              </a:buClr>
              <a:buSzPts val="2475"/>
              <a:buFont typeface="Arial"/>
              <a:buChar char="●"/>
            </a:pPr>
            <a:r>
              <a:rPr b="0" i="0" lang="en-US" sz="2600" u="none" cap="none" strike="noStrike">
                <a:solidFill>
                  <a:schemeClr val="dk1"/>
                </a:solidFill>
                <a:latin typeface="Calibri"/>
                <a:ea typeface="Calibri"/>
                <a:cs typeface="Calibri"/>
                <a:sym typeface="Calibri"/>
              </a:rPr>
              <a:t>We hand annotated 16 pages (52 forecasts), and comparing that extraction with the LLM, found it had 61.5% Precision and 46.2% Recall.</a:t>
            </a:r>
            <a:endParaRPr b="0" i="0" sz="2600" u="none" cap="none" strike="noStrike">
              <a:solidFill>
                <a:schemeClr val="dk1"/>
              </a:solidFill>
              <a:latin typeface="Calibri"/>
              <a:ea typeface="Calibri"/>
              <a:cs typeface="Calibri"/>
              <a:sym typeface="Calibri"/>
            </a:endParaRPr>
          </a:p>
          <a:p>
            <a:pPr indent="0" lvl="0" marL="0" marR="0" rtl="0" algn="l">
              <a:lnSpc>
                <a:spcPct val="100000"/>
              </a:lnSpc>
              <a:spcBef>
                <a:spcPts val="1100"/>
              </a:spcBef>
              <a:spcAft>
                <a:spcPts val="0"/>
              </a:spcAft>
              <a:buClr>
                <a:srgbClr val="000000"/>
              </a:buClr>
              <a:buSzPts val="3000"/>
              <a:buFont typeface="Arial"/>
              <a:buNone/>
            </a:pPr>
            <a:r>
              <a:rPr b="1" i="0" lang="en-US" sz="3000" u="none" cap="none" strike="noStrike">
                <a:solidFill>
                  <a:schemeClr val="dk1"/>
                </a:solidFill>
                <a:latin typeface="Calibri"/>
                <a:ea typeface="Calibri"/>
                <a:cs typeface="Calibri"/>
                <a:sym typeface="Calibri"/>
              </a:rPr>
              <a:t>Amount of Scorable Predictions per Decade:</a:t>
            </a:r>
            <a:endParaRPr b="0" i="0" sz="3000" u="none" cap="none" strike="noStrike">
              <a:solidFill>
                <a:schemeClr val="dk1"/>
              </a:solidFill>
              <a:latin typeface="Calibri"/>
              <a:ea typeface="Calibri"/>
              <a:cs typeface="Calibri"/>
              <a:sym typeface="Calibri"/>
            </a:endParaRPr>
          </a:p>
        </p:txBody>
      </p:sp>
      <p:sp>
        <p:nvSpPr>
          <p:cNvPr id="100" name="Google Shape;100;p13"/>
          <p:cNvSpPr txBox="1"/>
          <p:nvPr/>
        </p:nvSpPr>
        <p:spPr>
          <a:xfrm>
            <a:off x="9959565" y="11460272"/>
            <a:ext cx="12801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3"/>
          <p:cNvSpPr txBox="1"/>
          <p:nvPr/>
        </p:nvSpPr>
        <p:spPr>
          <a:xfrm>
            <a:off x="9918753" y="12791112"/>
            <a:ext cx="12801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3"/>
          <p:cNvSpPr txBox="1"/>
          <p:nvPr/>
        </p:nvSpPr>
        <p:spPr>
          <a:xfrm>
            <a:off x="9918740" y="32410667"/>
            <a:ext cx="12801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3"/>
          <p:cNvSpPr txBox="1"/>
          <p:nvPr/>
        </p:nvSpPr>
        <p:spPr>
          <a:xfrm>
            <a:off x="24341275" y="5765250"/>
            <a:ext cx="7650900" cy="29245500"/>
          </a:xfrm>
          <a:prstGeom prst="rect">
            <a:avLst/>
          </a:prstGeom>
          <a:noFill/>
          <a:ln>
            <a:noFill/>
          </a:ln>
        </p:spPr>
        <p:txBody>
          <a:bodyPr anchorCtr="0" anchor="t" bIns="45700" lIns="91425" spcFirstLastPara="1" rIns="91425" wrap="square" tIns="45700">
            <a:spAutoFit/>
          </a:bodyPr>
          <a:lstStyle/>
          <a:p>
            <a:pPr indent="-387350" lvl="0" marL="457200" rtl="0" algn="l">
              <a:lnSpc>
                <a:spcPct val="115000"/>
              </a:lnSpc>
              <a:spcBef>
                <a:spcPts val="0"/>
              </a:spcBef>
              <a:spcAft>
                <a:spcPts val="0"/>
              </a:spcAft>
              <a:buClr>
                <a:schemeClr val="dk1"/>
              </a:buClr>
              <a:buSzPts val="2500"/>
              <a:buFont typeface="Calibri"/>
              <a:buChar char="●"/>
            </a:pPr>
            <a:r>
              <a:rPr b="1" lang="en-US" sz="2500">
                <a:solidFill>
                  <a:schemeClr val="dk1"/>
                </a:solidFill>
                <a:latin typeface="Calibri"/>
                <a:ea typeface="Calibri"/>
                <a:cs typeface="Calibri"/>
                <a:sym typeface="Calibri"/>
              </a:rPr>
              <a:t>Analysis</a:t>
            </a:r>
            <a:endParaRPr b="1" sz="25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US" sz="2500">
                <a:solidFill>
                  <a:schemeClr val="dk1"/>
                </a:solidFill>
                <a:latin typeface="Calibri"/>
                <a:ea typeface="Calibri"/>
                <a:cs typeface="Calibri"/>
                <a:sym typeface="Calibri"/>
              </a:rPr>
              <a:t>The Press was always optimistic</a:t>
            </a:r>
            <a:br>
              <a:rPr b="1" lang="en-US" sz="2500">
                <a:solidFill>
                  <a:schemeClr val="dk1"/>
                </a:solidFill>
                <a:latin typeface="Calibri"/>
                <a:ea typeface="Calibri"/>
                <a:cs typeface="Calibri"/>
                <a:sym typeface="Calibri"/>
              </a:rPr>
            </a:br>
            <a:r>
              <a:rPr lang="en-US" sz="2500">
                <a:solidFill>
                  <a:schemeClr val="dk1"/>
                </a:solidFill>
                <a:latin typeface="Calibri"/>
                <a:ea typeface="Calibri"/>
                <a:cs typeface="Calibri"/>
                <a:sym typeface="Calibri"/>
              </a:rPr>
              <a:t>Right before downturns accuracy dropped sharply, showing the press could not predict shifts. In fact, newspapers generally became more optimistic just as a recession was about to happen.</a:t>
            </a:r>
            <a:endParaRPr sz="25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US" sz="2500">
                <a:solidFill>
                  <a:schemeClr val="dk1"/>
                </a:solidFill>
                <a:latin typeface="Calibri"/>
                <a:ea typeface="Calibri"/>
                <a:cs typeface="Calibri"/>
                <a:sym typeface="Calibri"/>
              </a:rPr>
              <a:t>Accuracy stayed the same</a:t>
            </a:r>
            <a:br>
              <a:rPr b="1" lang="en-US" sz="2500">
                <a:solidFill>
                  <a:schemeClr val="dk1"/>
                </a:solidFill>
                <a:latin typeface="Calibri"/>
                <a:ea typeface="Calibri"/>
                <a:cs typeface="Calibri"/>
                <a:sym typeface="Calibri"/>
              </a:rPr>
            </a:br>
            <a:r>
              <a:rPr lang="en-US" sz="2500">
                <a:solidFill>
                  <a:schemeClr val="dk1"/>
                </a:solidFill>
                <a:latin typeface="Calibri"/>
                <a:ea typeface="Calibri"/>
                <a:cs typeface="Calibri"/>
                <a:sym typeface="Calibri"/>
              </a:rPr>
              <a:t>From the 1900's (53.7%) to the 1960's (49.9%), no newspaper had a significant advantage. All fell within (44.2%-56.4%).</a:t>
            </a:r>
            <a:endParaRPr sz="25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US" sz="2500">
                <a:solidFill>
                  <a:schemeClr val="dk1"/>
                </a:solidFill>
                <a:latin typeface="Calibri"/>
                <a:ea typeface="Calibri"/>
                <a:cs typeface="Calibri"/>
                <a:sym typeface="Calibri"/>
              </a:rPr>
              <a:t>Professionals failed too</a:t>
            </a:r>
            <a:br>
              <a:rPr b="1" lang="en-US" sz="2500">
                <a:solidFill>
                  <a:schemeClr val="dk1"/>
                </a:solidFill>
                <a:latin typeface="Calibri"/>
                <a:ea typeface="Calibri"/>
                <a:cs typeface="Calibri"/>
                <a:sym typeface="Calibri"/>
              </a:rPr>
            </a:br>
            <a:r>
              <a:rPr lang="en-US" sz="2500">
                <a:solidFill>
                  <a:schemeClr val="dk1"/>
                </a:solidFill>
                <a:latin typeface="Calibri"/>
                <a:ea typeface="Calibri"/>
                <a:cs typeface="Calibri"/>
                <a:sym typeface="Calibri"/>
              </a:rPr>
              <a:t>Survey of Professional Forecasters: 54.1%, Livingston: 54.4%, Federal Reserve Greenbook: 54.0%, similar to newspaper accuracy.</a:t>
            </a:r>
            <a:endParaRPr sz="2500">
              <a:solidFill>
                <a:schemeClr val="dk1"/>
              </a:solidFill>
              <a:latin typeface="Calibri"/>
              <a:ea typeface="Calibri"/>
              <a:cs typeface="Calibri"/>
              <a:sym typeface="Calibri"/>
            </a:endParaRPr>
          </a:p>
          <a:p>
            <a:pPr indent="-387350" lvl="0" marL="457200" rtl="0" algn="l">
              <a:lnSpc>
                <a:spcPct val="115000"/>
              </a:lnSpc>
              <a:spcBef>
                <a:spcPts val="1200"/>
              </a:spcBef>
              <a:spcAft>
                <a:spcPts val="0"/>
              </a:spcAft>
              <a:buClr>
                <a:schemeClr val="dk1"/>
              </a:buClr>
              <a:buSzPts val="2500"/>
              <a:buChar char="●"/>
            </a:pPr>
            <a:r>
              <a:rPr b="1" lang="en-US" sz="2500">
                <a:solidFill>
                  <a:schemeClr val="dk1"/>
                </a:solidFill>
                <a:latin typeface="Calibri"/>
                <a:ea typeface="Calibri"/>
                <a:cs typeface="Calibri"/>
                <a:sym typeface="Calibri"/>
              </a:rPr>
              <a:t>Forecast Model</a:t>
            </a:r>
            <a:br>
              <a:rPr b="1" lang="en-US" sz="2500">
                <a:solidFill>
                  <a:schemeClr val="dk1"/>
                </a:solidFill>
                <a:latin typeface="Calibri"/>
                <a:ea typeface="Calibri"/>
                <a:cs typeface="Calibri"/>
                <a:sym typeface="Calibri"/>
              </a:rPr>
            </a:br>
            <a:r>
              <a:rPr lang="en-US" sz="2500">
                <a:solidFill>
                  <a:schemeClr val="dk1"/>
                </a:solidFill>
                <a:latin typeface="Calibri"/>
                <a:ea typeface="Calibri"/>
                <a:cs typeface="Calibri"/>
                <a:sym typeface="Calibri"/>
              </a:rPr>
              <a:t>Letting the model use newspaper labels and economic data interact by including economy x direction labels reached out-of-fold ROC-AUC 0.648. A block permutation test puts the null at 0.477, and the model is significant at p = 0.048. The brier score is 0.240, .01 lower than the base rate of .250. The Gradient Boosted Classifier scored 0.617, so linearity was not the constraint.</a:t>
            </a:r>
            <a:endParaRPr sz="2500">
              <a:solidFill>
                <a:schemeClr val="dk1"/>
              </a:solidFill>
              <a:latin typeface="Calibri"/>
              <a:ea typeface="Calibri"/>
              <a:cs typeface="Calibri"/>
              <a:sym typeface="Calibri"/>
            </a:endParaRPr>
          </a:p>
          <a:p>
            <a:pPr indent="-387350" lvl="0" marL="457200" rtl="0" algn="l">
              <a:lnSpc>
                <a:spcPct val="115000"/>
              </a:lnSpc>
              <a:spcBef>
                <a:spcPts val="0"/>
              </a:spcBef>
              <a:spcAft>
                <a:spcPts val="0"/>
              </a:spcAft>
              <a:buClr>
                <a:schemeClr val="dk1"/>
              </a:buClr>
              <a:buSzPts val="2500"/>
              <a:buFont typeface="Calibri"/>
              <a:buChar char="●"/>
            </a:pPr>
            <a:r>
              <a:rPr b="1" lang="en-US" sz="2500">
                <a:solidFill>
                  <a:schemeClr val="dk1"/>
                </a:solidFill>
                <a:latin typeface="Calibri"/>
                <a:ea typeface="Calibri"/>
                <a:cs typeface="Calibri"/>
                <a:sym typeface="Calibri"/>
              </a:rPr>
              <a:t>Recession Prediction Model</a:t>
            </a:r>
            <a:endParaRPr b="1" sz="25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US" sz="2500">
                <a:solidFill>
                  <a:schemeClr val="dk1"/>
                </a:solidFill>
                <a:latin typeface="Calibri"/>
                <a:ea typeface="Calibri"/>
                <a:cs typeface="Calibri"/>
                <a:sym typeface="Calibri"/>
              </a:rPr>
              <a:t>The model is statistically insignificant</a:t>
            </a:r>
            <a:endParaRPr b="1" sz="25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lang="en-US" sz="2500">
                <a:solidFill>
                  <a:schemeClr val="dk1"/>
                </a:solidFill>
                <a:latin typeface="Calibri"/>
                <a:ea typeface="Calibri"/>
                <a:cs typeface="Calibri"/>
                <a:sym typeface="Calibri"/>
              </a:rPr>
              <a:t>The AUC of the forward testing model is 0.641. Something worth noting is that the model’s p-value is 0.187. This is due to a lack of data: there are only 6 recessions, so these results are achievable by chance. The brier score of the forward testing model was 0.233, 0.012 higher than the base rate. This is because it was way off in the 1930’s, with a score of 0.425.  </a:t>
            </a:r>
            <a:endParaRPr sz="2500">
              <a:solidFill>
                <a:schemeClr val="dk1"/>
              </a:solidFill>
              <a:latin typeface="Calibri"/>
              <a:ea typeface="Calibri"/>
              <a:cs typeface="Calibri"/>
              <a:sym typeface="Calibri"/>
            </a:endParaRPr>
          </a:p>
          <a:p>
            <a:pPr indent="0" lvl="0" marL="457200" rtl="0" algn="l">
              <a:lnSpc>
                <a:spcPct val="100000"/>
              </a:lnSpc>
              <a:spcBef>
                <a:spcPts val="1200"/>
              </a:spcBef>
              <a:spcAft>
                <a:spcPts val="0"/>
              </a:spcAft>
              <a:buNone/>
            </a:pPr>
            <a:r>
              <a:rPr b="1" lang="en-US" sz="2500">
                <a:solidFill>
                  <a:schemeClr val="dk1"/>
                </a:solidFill>
                <a:latin typeface="Calibri"/>
                <a:ea typeface="Calibri"/>
                <a:cs typeface="Calibri"/>
                <a:sym typeface="Calibri"/>
              </a:rPr>
              <a:t>What we still found</a:t>
            </a:r>
            <a:endParaRPr b="1" sz="2500">
              <a:solidFill>
                <a:schemeClr val="dk1"/>
              </a:solidFill>
              <a:latin typeface="Calibri"/>
              <a:ea typeface="Calibri"/>
              <a:cs typeface="Calibri"/>
              <a:sym typeface="Calibri"/>
            </a:endParaRPr>
          </a:p>
          <a:p>
            <a:pPr indent="0" lvl="0" marL="457200" rtl="0" algn="l">
              <a:lnSpc>
                <a:spcPct val="100000"/>
              </a:lnSpc>
              <a:spcBef>
                <a:spcPts val="1200"/>
              </a:spcBef>
              <a:spcAft>
                <a:spcPts val="0"/>
              </a:spcAft>
              <a:buNone/>
            </a:pPr>
            <a:r>
              <a:rPr lang="en-US" sz="2500">
                <a:solidFill>
                  <a:schemeClr val="dk1"/>
                </a:solidFill>
                <a:latin typeface="Calibri"/>
                <a:ea typeface="Calibri"/>
                <a:cs typeface="Calibri"/>
                <a:sym typeface="Calibri"/>
              </a:rPr>
              <a:t>There is a linear correlation between how much economic coverage exists at the time and the likelihood of recession. </a:t>
            </a:r>
            <a:endParaRPr sz="2500">
              <a:solidFill>
                <a:schemeClr val="dk1"/>
              </a:solidFill>
              <a:latin typeface="Calibri"/>
              <a:ea typeface="Calibri"/>
              <a:cs typeface="Calibri"/>
              <a:sym typeface="Calibri"/>
            </a:endParaRPr>
          </a:p>
          <a:p>
            <a:pPr indent="0" lvl="0" marL="457200" rtl="0" algn="l">
              <a:lnSpc>
                <a:spcPct val="100000"/>
              </a:lnSpc>
              <a:spcBef>
                <a:spcPts val="1200"/>
              </a:spcBef>
              <a:spcAft>
                <a:spcPts val="0"/>
              </a:spcAft>
              <a:buNone/>
            </a:pPr>
            <a:r>
              <a:rPr lang="en-US" sz="2500">
                <a:solidFill>
                  <a:schemeClr val="dk1"/>
                </a:solidFill>
                <a:latin typeface="Calibri"/>
                <a:ea typeface="Calibri"/>
                <a:cs typeface="Calibri"/>
                <a:sym typeface="Calibri"/>
              </a:rPr>
              <a:t>Which way the papers leaned(optimistic or pessimistic) had no correlation with the likelihood of a recession. How much they disagreed did.</a:t>
            </a:r>
            <a:endParaRPr sz="25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US" sz="3000" u="sng">
                <a:solidFill>
                  <a:schemeClr val="dk1"/>
                </a:solidFill>
                <a:latin typeface="Calibri"/>
                <a:ea typeface="Calibri"/>
                <a:cs typeface="Calibri"/>
                <a:sym typeface="Calibri"/>
              </a:rPr>
              <a:t>Limitations: </a:t>
            </a:r>
            <a:endParaRPr b="1" sz="3000" u="sng">
              <a:solidFill>
                <a:schemeClr val="dk1"/>
              </a:solidFill>
              <a:latin typeface="Calibri"/>
              <a:ea typeface="Calibri"/>
              <a:cs typeface="Calibri"/>
              <a:sym typeface="Calibri"/>
            </a:endParaRPr>
          </a:p>
          <a:p>
            <a:pPr indent="-387350" lvl="0" marL="457200" rtl="0" algn="l">
              <a:lnSpc>
                <a:spcPct val="115000"/>
              </a:lnSpc>
              <a:spcBef>
                <a:spcPts val="120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We were only able to get 14,251 scorable claims, and unable to get substantial newspaper representation past 1963. </a:t>
            </a:r>
            <a:endParaRPr sz="2500">
              <a:solidFill>
                <a:schemeClr val="dk1"/>
              </a:solidFill>
              <a:latin typeface="Calibri"/>
              <a:ea typeface="Calibri"/>
              <a:cs typeface="Calibri"/>
              <a:sym typeface="Calibri"/>
            </a:endParaRPr>
          </a:p>
          <a:p>
            <a:pPr indent="-387350" lvl="0" marL="457200" rtl="0" algn="l">
              <a:lnSpc>
                <a:spcPct val="115000"/>
              </a:lnSpc>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The Library of Congress data is noisy due to messy OCR, advertisement/unrelated literature.</a:t>
            </a:r>
            <a:endParaRPr sz="2500">
              <a:solidFill>
                <a:schemeClr val="dk1"/>
              </a:solidFill>
              <a:latin typeface="Calibri"/>
              <a:ea typeface="Calibri"/>
              <a:cs typeface="Calibri"/>
              <a:sym typeface="Calibri"/>
            </a:endParaRPr>
          </a:p>
          <a:p>
            <a:pPr indent="-387350" lvl="0" marL="457200" rtl="0" algn="l">
              <a:lnSpc>
                <a:spcPct val="115000"/>
              </a:lnSpc>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We were limited on datasets because NYT only returns article titles and ProQuest only supports GPT 4o mini.</a:t>
            </a:r>
            <a:endParaRPr sz="2500">
              <a:solidFill>
                <a:schemeClr val="dk1"/>
              </a:solidFill>
              <a:latin typeface="Calibri"/>
              <a:ea typeface="Calibri"/>
              <a:cs typeface="Calibri"/>
              <a:sym typeface="Calibri"/>
            </a:endParaRPr>
          </a:p>
          <a:p>
            <a:pPr indent="-387350" lvl="0" marL="457200" rtl="0" algn="l">
              <a:lnSpc>
                <a:spcPct val="115000"/>
              </a:lnSpc>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For budget reasons, we labeled the data using gpt-oss-120b on low, precision 0.615 and recall 0.462. F1 score was 0.527</a:t>
            </a:r>
            <a:endParaRPr sz="25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US" sz="3000" u="sng">
                <a:solidFill>
                  <a:schemeClr val="dk1"/>
                </a:solidFill>
                <a:latin typeface="Calibri"/>
                <a:ea typeface="Calibri"/>
                <a:cs typeface="Calibri"/>
                <a:sym typeface="Calibri"/>
              </a:rPr>
              <a:t>Future work</a:t>
            </a:r>
            <a:endParaRPr b="1" sz="3000" u="sng">
              <a:solidFill>
                <a:schemeClr val="dk1"/>
              </a:solidFill>
              <a:latin typeface="Calibri"/>
              <a:ea typeface="Calibri"/>
              <a:cs typeface="Calibri"/>
              <a:sym typeface="Calibri"/>
            </a:endParaRPr>
          </a:p>
          <a:p>
            <a:pPr indent="-387350" lvl="0" marL="457200" rtl="0" algn="l">
              <a:lnSpc>
                <a:spcPct val="115000"/>
              </a:lnSpc>
              <a:spcBef>
                <a:spcPts val="120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We can try to retrieve more data past 1963 using other databases such as ProQuest.</a:t>
            </a:r>
            <a:endParaRPr sz="2500">
              <a:solidFill>
                <a:schemeClr val="dk1"/>
              </a:solidFill>
              <a:latin typeface="Calibri"/>
              <a:ea typeface="Calibri"/>
              <a:cs typeface="Calibri"/>
              <a:sym typeface="Calibri"/>
            </a:endParaRPr>
          </a:p>
          <a:p>
            <a:pPr indent="-387350" lvl="0" marL="457200" rtl="0" algn="l">
              <a:lnSpc>
                <a:spcPct val="115000"/>
              </a:lnSpc>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Grading on a better LLM</a:t>
            </a:r>
            <a:endParaRPr sz="2500">
              <a:solidFill>
                <a:schemeClr val="dk1"/>
              </a:solidFill>
              <a:latin typeface="Calibri"/>
              <a:ea typeface="Calibri"/>
              <a:cs typeface="Calibri"/>
              <a:sym typeface="Calibri"/>
            </a:endParaRPr>
          </a:p>
          <a:p>
            <a:pPr indent="-387350" lvl="0" marL="457200" rtl="0" algn="l">
              <a:lnSpc>
                <a:spcPct val="115000"/>
              </a:lnSpc>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Incorporate regional and international claims instead of focusing solely on national claims</a:t>
            </a:r>
            <a:endParaRPr sz="2500">
              <a:solidFill>
                <a:schemeClr val="dk1"/>
              </a:solidFill>
              <a:latin typeface="Calibri"/>
              <a:ea typeface="Calibri"/>
              <a:cs typeface="Calibri"/>
              <a:sym typeface="Calibri"/>
            </a:endParaRPr>
          </a:p>
          <a:p>
            <a:pPr indent="-387350" lvl="0" marL="457200" rtl="0" algn="l">
              <a:lnSpc>
                <a:spcPct val="115000"/>
              </a:lnSpc>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The recession model could also attempt to predict if the recession will continue while in a recession.</a:t>
            </a:r>
            <a:endParaRPr sz="2500">
              <a:solidFill>
                <a:schemeClr val="dk1"/>
              </a:solidFill>
              <a:latin typeface="Calibri"/>
              <a:ea typeface="Calibri"/>
              <a:cs typeface="Calibri"/>
              <a:sym typeface="Calibri"/>
            </a:endParaRPr>
          </a:p>
          <a:p>
            <a:pPr indent="-387350" lvl="0" marL="457200" rtl="0" algn="l">
              <a:lnSpc>
                <a:spcPct val="115000"/>
              </a:lnSpc>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If we get more, higher quality data, we would be able to test more advanced models (more machine-learning esque—like CNN’s)</a:t>
            </a:r>
            <a:endParaRPr sz="2500">
              <a:solidFill>
                <a:schemeClr val="dk1"/>
              </a:solidFill>
              <a:latin typeface="Calibri"/>
              <a:ea typeface="Calibri"/>
              <a:cs typeface="Calibri"/>
              <a:sym typeface="Calibri"/>
            </a:endParaRPr>
          </a:p>
        </p:txBody>
      </p:sp>
      <p:sp>
        <p:nvSpPr>
          <p:cNvPr id="104" name="Google Shape;104;p13"/>
          <p:cNvSpPr txBox="1"/>
          <p:nvPr/>
        </p:nvSpPr>
        <p:spPr>
          <a:xfrm>
            <a:off x="24560125" y="41562749"/>
            <a:ext cx="7223700" cy="163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0" i="0" lang="en-US" sz="2500" u="none" cap="none" strike="noStrike">
                <a:solidFill>
                  <a:srgbClr val="000000"/>
                </a:solidFill>
                <a:latin typeface="Calibri"/>
                <a:ea typeface="Calibri"/>
                <a:cs typeface="Calibri"/>
                <a:sym typeface="Calibri"/>
              </a:rPr>
              <a:t>Special thanks to our mentors, Eugene Pinsky and Indrajit Kalita, for their expertise and their guidance throughout the project. </a:t>
            </a:r>
            <a:r>
              <a:rPr lang="en-US" sz="2500">
                <a:latin typeface="Calibri"/>
                <a:ea typeface="Calibri"/>
                <a:cs typeface="Calibri"/>
                <a:sym typeface="Calibri"/>
              </a:rPr>
              <a:t>Finally, thank you to RISE data science fo the opportunity to do in depth research.</a:t>
            </a:r>
            <a:endParaRPr sz="2500">
              <a:latin typeface="Calibri"/>
              <a:ea typeface="Calibri"/>
              <a:cs typeface="Calibri"/>
              <a:sym typeface="Calibri"/>
            </a:endParaRPr>
          </a:p>
        </p:txBody>
      </p:sp>
      <p:pic>
        <p:nvPicPr>
          <p:cNvPr id="105" name="Google Shape;105;p13"/>
          <p:cNvPicPr preferRelativeResize="0"/>
          <p:nvPr/>
        </p:nvPicPr>
        <p:blipFill rotWithShape="1">
          <a:blip r:embed="rId4">
            <a:alphaModFix/>
          </a:blip>
          <a:srcRect b="0" l="0" r="0" t="0"/>
          <a:stretch/>
        </p:blipFill>
        <p:spPr>
          <a:xfrm>
            <a:off x="28476500" y="36622428"/>
            <a:ext cx="2819999" cy="2948224"/>
          </a:xfrm>
          <a:prstGeom prst="rect">
            <a:avLst/>
          </a:prstGeom>
          <a:noFill/>
          <a:ln>
            <a:noFill/>
          </a:ln>
        </p:spPr>
      </p:pic>
      <p:pic>
        <p:nvPicPr>
          <p:cNvPr id="106" name="Google Shape;106;p13"/>
          <p:cNvPicPr preferRelativeResize="0"/>
          <p:nvPr/>
        </p:nvPicPr>
        <p:blipFill rotWithShape="1">
          <a:blip r:embed="rId5">
            <a:alphaModFix/>
          </a:blip>
          <a:srcRect b="0" l="0" r="0" t="0"/>
          <a:stretch/>
        </p:blipFill>
        <p:spPr>
          <a:xfrm>
            <a:off x="1272326" y="21255187"/>
            <a:ext cx="7223760" cy="3099817"/>
          </a:xfrm>
          <a:prstGeom prst="rect">
            <a:avLst/>
          </a:prstGeom>
          <a:noFill/>
          <a:ln>
            <a:noFill/>
          </a:ln>
        </p:spPr>
      </p:pic>
      <p:sp>
        <p:nvSpPr>
          <p:cNvPr id="107" name="Google Shape;107;p13"/>
          <p:cNvSpPr txBox="1"/>
          <p:nvPr/>
        </p:nvSpPr>
        <p:spPr>
          <a:xfrm>
            <a:off x="24560125" y="35660564"/>
            <a:ext cx="86124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sng" cap="none" strike="noStrike">
                <a:solidFill>
                  <a:schemeClr val="dk1"/>
                </a:solidFill>
                <a:latin typeface="Calibri"/>
                <a:ea typeface="Calibri"/>
                <a:cs typeface="Calibri"/>
                <a:sym typeface="Calibri"/>
              </a:rPr>
              <a:t>Github Repo 		</a:t>
            </a:r>
            <a:r>
              <a:rPr b="1" i="0" lang="en-US" sz="4000" cap="none" strike="noStrike">
                <a:solidFill>
                  <a:schemeClr val="dk1"/>
                </a:solidFill>
                <a:latin typeface="Calibri"/>
                <a:ea typeface="Calibri"/>
                <a:cs typeface="Calibri"/>
                <a:sym typeface="Calibri"/>
              </a:rPr>
              <a:t>    </a:t>
            </a:r>
            <a:r>
              <a:rPr b="1" lang="en-US" sz="4000">
                <a:solidFill>
                  <a:schemeClr val="dk1"/>
                </a:solidFill>
                <a:latin typeface="Calibri"/>
                <a:ea typeface="Calibri"/>
                <a:cs typeface="Calibri"/>
                <a:sym typeface="Calibri"/>
              </a:rPr>
              <a:t> </a:t>
            </a:r>
            <a:r>
              <a:rPr b="1" i="0" lang="en-US" sz="4000" u="sng" cap="none" strike="noStrike">
                <a:solidFill>
                  <a:schemeClr val="dk1"/>
                </a:solidFill>
                <a:latin typeface="Calibri"/>
                <a:ea typeface="Calibri"/>
                <a:cs typeface="Calibri"/>
                <a:sym typeface="Calibri"/>
              </a:rPr>
              <a:t>Citations</a:t>
            </a:r>
            <a:endParaRPr b="1" i="0" sz="4000" u="sng" cap="none" strike="noStrike">
              <a:solidFill>
                <a:schemeClr val="dk1"/>
              </a:solidFill>
              <a:latin typeface="Calibri"/>
              <a:ea typeface="Calibri"/>
              <a:cs typeface="Calibri"/>
              <a:sym typeface="Calibri"/>
            </a:endParaRPr>
          </a:p>
        </p:txBody>
      </p:sp>
      <p:sp>
        <p:nvSpPr>
          <p:cNvPr id="108" name="Google Shape;108;p13"/>
          <p:cNvSpPr txBox="1"/>
          <p:nvPr/>
        </p:nvSpPr>
        <p:spPr>
          <a:xfrm>
            <a:off x="1207425" y="36430250"/>
            <a:ext cx="765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alibri"/>
              <a:ea typeface="Calibri"/>
              <a:cs typeface="Calibri"/>
              <a:sym typeface="Calibri"/>
            </a:endParaRPr>
          </a:p>
        </p:txBody>
      </p:sp>
      <p:sp>
        <p:nvSpPr>
          <p:cNvPr id="109" name="Google Shape;109;p13"/>
          <p:cNvSpPr txBox="1"/>
          <p:nvPr/>
        </p:nvSpPr>
        <p:spPr>
          <a:xfrm>
            <a:off x="9731675" y="6508264"/>
            <a:ext cx="12627300" cy="110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999999"/>
              </a:solidFill>
              <a:latin typeface="Calibri"/>
              <a:ea typeface="Calibri"/>
              <a:cs typeface="Calibri"/>
              <a:sym typeface="Calibri"/>
            </a:endParaRPr>
          </a:p>
        </p:txBody>
      </p:sp>
      <p:sp>
        <p:nvSpPr>
          <p:cNvPr id="110" name="Google Shape;110;p13"/>
          <p:cNvSpPr txBox="1"/>
          <p:nvPr/>
        </p:nvSpPr>
        <p:spPr>
          <a:xfrm>
            <a:off x="9679475" y="14606388"/>
            <a:ext cx="13632000" cy="1139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lang="en-US" sz="3100">
                <a:solidFill>
                  <a:schemeClr val="dk1"/>
                </a:solidFill>
                <a:latin typeface="Calibri"/>
                <a:ea typeface="Calibri"/>
                <a:cs typeface="Calibri"/>
                <a:sym typeface="Calibri"/>
              </a:rPr>
              <a:t>Forecasting Model and </a:t>
            </a:r>
            <a:r>
              <a:rPr b="1" lang="en-US" sz="3100">
                <a:solidFill>
                  <a:schemeClr val="dk1"/>
                </a:solidFill>
                <a:latin typeface="Calibri"/>
                <a:ea typeface="Calibri"/>
                <a:cs typeface="Calibri"/>
                <a:sym typeface="Calibri"/>
              </a:rPr>
              <a:t>Newspaper Accuracy graphed over time (Predicted vs. Actual)</a:t>
            </a:r>
            <a:endParaRPr b="1" i="0" sz="3100" u="none" cap="none" strike="noStrike">
              <a:solidFill>
                <a:schemeClr val="dk1"/>
              </a:solidFill>
              <a:latin typeface="Calibri"/>
              <a:ea typeface="Calibri"/>
              <a:cs typeface="Calibri"/>
              <a:sym typeface="Calibri"/>
            </a:endParaRPr>
          </a:p>
        </p:txBody>
      </p:sp>
      <p:sp>
        <p:nvSpPr>
          <p:cNvPr id="111" name="Google Shape;111;p13"/>
          <p:cNvSpPr txBox="1"/>
          <p:nvPr/>
        </p:nvSpPr>
        <p:spPr>
          <a:xfrm>
            <a:off x="10047123" y="33305800"/>
            <a:ext cx="6789000" cy="66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lang="en-US" sz="3100">
                <a:solidFill>
                  <a:schemeClr val="dk1"/>
                </a:solidFill>
                <a:latin typeface="Calibri"/>
                <a:ea typeface="Calibri"/>
                <a:cs typeface="Calibri"/>
                <a:sym typeface="Calibri"/>
              </a:rPr>
              <a:t>More Forecast Coverage </a:t>
            </a:r>
            <a:endParaRPr b="1" sz="3100">
              <a:solidFill>
                <a:schemeClr val="dk1"/>
              </a:solidFill>
              <a:latin typeface="Calibri"/>
              <a:ea typeface="Calibri"/>
              <a:cs typeface="Calibri"/>
              <a:sym typeface="Calibri"/>
            </a:endParaRPr>
          </a:p>
        </p:txBody>
      </p:sp>
      <p:sp>
        <p:nvSpPr>
          <p:cNvPr id="112" name="Google Shape;112;p13"/>
          <p:cNvSpPr txBox="1"/>
          <p:nvPr/>
        </p:nvSpPr>
        <p:spPr>
          <a:xfrm>
            <a:off x="962014" y="31947332"/>
            <a:ext cx="7965900" cy="1903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sng" cap="none" strike="noStrike">
                <a:solidFill>
                  <a:schemeClr val="dk1"/>
                </a:solidFill>
                <a:latin typeface="Calibri"/>
                <a:ea typeface="Calibri"/>
                <a:cs typeface="Calibri"/>
                <a:sym typeface="Calibri"/>
              </a:rPr>
              <a:t>Equation for the Logistic Regression:</a:t>
            </a:r>
            <a:r>
              <a:rPr b="0" i="0" lang="en-US" sz="2500" u="none" cap="none" strike="noStrike">
                <a:solidFill>
                  <a:schemeClr val="dk1"/>
                </a:solidFill>
                <a:latin typeface="Calibri"/>
                <a:ea typeface="Calibri"/>
                <a:cs typeface="Calibri"/>
                <a:sym typeface="Calibri"/>
              </a:rPr>
              <a:t> z =  b0  +  b_news' * x_news  +  b_econ' * x_econ  +  b_int' * (x_econ * d)</a:t>
            </a:r>
            <a:endParaRPr b="0" i="0" sz="25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500"/>
              <a:buFont typeface="Arial"/>
              <a:buNone/>
            </a:pPr>
            <a:r>
              <a:rPr b="0" i="0" lang="en-US" sz="1800" u="none" cap="none" strike="noStrike">
                <a:solidFill>
                  <a:schemeClr val="dk1"/>
                </a:solidFill>
                <a:latin typeface="Calibri"/>
                <a:ea typeface="Calibri"/>
                <a:cs typeface="Calibri"/>
                <a:sym typeface="Calibri"/>
              </a:rPr>
              <a:t>*Newspaper Labels were extracted from the LLM, Economic data was extracted from FRED, NBER stock Index, and Economic Policy Uncertainty Index</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t/>
            </a:r>
            <a:endParaRPr sz="2500">
              <a:solidFill>
                <a:schemeClr val="dk1"/>
              </a:solidFill>
              <a:latin typeface="Calibri"/>
              <a:ea typeface="Calibri"/>
              <a:cs typeface="Calibri"/>
              <a:sym typeface="Calibri"/>
            </a:endParaRPr>
          </a:p>
        </p:txBody>
      </p:sp>
      <p:sp>
        <p:nvSpPr>
          <p:cNvPr id="113" name="Google Shape;113;p13"/>
          <p:cNvSpPr txBox="1"/>
          <p:nvPr/>
        </p:nvSpPr>
        <p:spPr>
          <a:xfrm>
            <a:off x="706961" y="24354988"/>
            <a:ext cx="8228700" cy="215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1" lang="en-US" sz="3400">
                <a:solidFill>
                  <a:schemeClr val="dk1"/>
                </a:solidFill>
                <a:latin typeface="Calibri"/>
                <a:ea typeface="Calibri"/>
                <a:cs typeface="Calibri"/>
                <a:sym typeface="Calibri"/>
              </a:rPr>
              <a:t> </a:t>
            </a:r>
            <a:r>
              <a:rPr b="1" lang="en-US" sz="3400" u="sng">
                <a:solidFill>
                  <a:schemeClr val="dk1"/>
                </a:solidFill>
                <a:latin typeface="Calibri"/>
                <a:ea typeface="Calibri"/>
                <a:cs typeface="Calibri"/>
                <a:sym typeface="Calibri"/>
              </a:rPr>
              <a:t>1st </a:t>
            </a:r>
            <a:r>
              <a:rPr b="1" i="0" lang="en-US" sz="3400" u="sng" cap="none" strike="noStrike">
                <a:solidFill>
                  <a:schemeClr val="dk1"/>
                </a:solidFill>
                <a:latin typeface="Calibri"/>
                <a:ea typeface="Calibri"/>
                <a:cs typeface="Calibri"/>
                <a:sym typeface="Calibri"/>
              </a:rPr>
              <a:t>Model (</a:t>
            </a:r>
            <a:r>
              <a:rPr b="1" lang="en-US" sz="3400" u="sng">
                <a:solidFill>
                  <a:schemeClr val="dk1"/>
                </a:solidFill>
                <a:latin typeface="Calibri"/>
                <a:ea typeface="Calibri"/>
                <a:cs typeface="Calibri"/>
                <a:sym typeface="Calibri"/>
              </a:rPr>
              <a:t>predicting newspaper accuracy)</a:t>
            </a:r>
            <a:endParaRPr b="0" i="0" sz="3400" u="none" cap="none" strike="noStrike">
              <a:solidFill>
                <a:schemeClr val="dk1"/>
              </a:solidFill>
              <a:latin typeface="Calibri"/>
              <a:ea typeface="Calibri"/>
              <a:cs typeface="Calibri"/>
              <a:sym typeface="Calibri"/>
            </a:endParaRPr>
          </a:p>
          <a:p>
            <a:pPr indent="0" lvl="0" marL="0" marR="0" rtl="0" algn="l">
              <a:lnSpc>
                <a:spcPct val="100000"/>
              </a:lnSpc>
              <a:spcBef>
                <a:spcPts val="800"/>
              </a:spcBef>
              <a:spcAft>
                <a:spcPts val="0"/>
              </a:spcAft>
              <a:buClr>
                <a:srgbClr val="000000"/>
              </a:buClr>
              <a:buSzPts val="3000"/>
              <a:buFont typeface="Arial"/>
              <a:buNone/>
            </a:pPr>
            <a:r>
              <a:t/>
            </a:r>
            <a:endParaRPr sz="2500" u="sng">
              <a:solidFill>
                <a:schemeClr val="dk1"/>
              </a:solidFill>
              <a:latin typeface="Calibri"/>
              <a:ea typeface="Calibri"/>
              <a:cs typeface="Calibri"/>
              <a:sym typeface="Calibri"/>
            </a:endParaRPr>
          </a:p>
          <a:p>
            <a:pPr indent="0" lvl="0" marL="0" marR="0" rtl="0" algn="l">
              <a:lnSpc>
                <a:spcPct val="100000"/>
              </a:lnSpc>
              <a:spcBef>
                <a:spcPts val="800"/>
              </a:spcBef>
              <a:spcAft>
                <a:spcPts val="0"/>
              </a:spcAft>
              <a:buClr>
                <a:srgbClr val="000000"/>
              </a:buClr>
              <a:buSzPts val="3000"/>
              <a:buFont typeface="Arial"/>
              <a:buNone/>
            </a:pPr>
            <a:r>
              <a:t/>
            </a:r>
            <a:endParaRPr sz="2500" u="sng">
              <a:solidFill>
                <a:schemeClr val="dk1"/>
              </a:solidFill>
              <a:latin typeface="Calibri"/>
              <a:ea typeface="Calibri"/>
              <a:cs typeface="Calibri"/>
              <a:sym typeface="Calibri"/>
            </a:endParaRPr>
          </a:p>
          <a:p>
            <a:pPr indent="0" lvl="0" marL="0" marR="0" rtl="0" algn="l">
              <a:lnSpc>
                <a:spcPct val="100000"/>
              </a:lnSpc>
              <a:spcBef>
                <a:spcPts val="800"/>
              </a:spcBef>
              <a:spcAft>
                <a:spcPts val="0"/>
              </a:spcAft>
              <a:buClr>
                <a:srgbClr val="000000"/>
              </a:buClr>
              <a:buSzPts val="3000"/>
              <a:buFont typeface="Arial"/>
              <a:buNone/>
            </a:pPr>
            <a:r>
              <a:rPr lang="en-US" sz="2500">
                <a:solidFill>
                  <a:schemeClr val="dk1"/>
                </a:solidFill>
                <a:latin typeface="Calibri"/>
                <a:ea typeface="Calibri"/>
                <a:cs typeface="Calibri"/>
                <a:sym typeface="Calibri"/>
              </a:rPr>
              <a:t>   </a:t>
            </a:r>
            <a:r>
              <a:rPr b="1" i="0" lang="en-US" sz="3000" u="sng" cap="none" strike="noStrike">
                <a:solidFill>
                  <a:schemeClr val="dk1"/>
                </a:solidFill>
                <a:latin typeface="Calibri"/>
                <a:ea typeface="Calibri"/>
                <a:cs typeface="Calibri"/>
                <a:sym typeface="Calibri"/>
              </a:rPr>
              <a:t>Used the Following three kinds of labels:</a:t>
            </a:r>
            <a:endParaRPr b="0" i="0" sz="3000" u="none" cap="none" strike="noStrike">
              <a:solidFill>
                <a:schemeClr val="dk1"/>
              </a:solidFill>
              <a:latin typeface="Calibri"/>
              <a:ea typeface="Calibri"/>
              <a:cs typeface="Calibri"/>
              <a:sym typeface="Calibri"/>
            </a:endParaRPr>
          </a:p>
        </p:txBody>
      </p:sp>
      <p:sp>
        <p:nvSpPr>
          <p:cNvPr id="114" name="Google Shape;114;p13"/>
          <p:cNvSpPr txBox="1"/>
          <p:nvPr/>
        </p:nvSpPr>
        <p:spPr>
          <a:xfrm>
            <a:off x="10140415" y="27263825"/>
            <a:ext cx="127101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t/>
            </a:r>
            <a:endParaRPr b="0" i="0" sz="3500" u="none" cap="none" strike="noStrike">
              <a:solidFill>
                <a:schemeClr val="dk1"/>
              </a:solidFill>
              <a:highlight>
                <a:srgbClr val="FFFF00"/>
              </a:highlight>
              <a:latin typeface="Calibri"/>
              <a:ea typeface="Calibri"/>
              <a:cs typeface="Calibri"/>
              <a:sym typeface="Calibri"/>
            </a:endParaRPr>
          </a:p>
        </p:txBody>
      </p:sp>
      <p:sp>
        <p:nvSpPr>
          <p:cNvPr id="115" name="Google Shape;115;p13"/>
          <p:cNvSpPr txBox="1"/>
          <p:nvPr/>
        </p:nvSpPr>
        <p:spPr>
          <a:xfrm>
            <a:off x="997426" y="26447720"/>
            <a:ext cx="7650900" cy="609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800"/>
              </a:spcBef>
              <a:spcAft>
                <a:spcPts val="0"/>
              </a:spcAft>
              <a:buClr>
                <a:srgbClr val="000000"/>
              </a:buClr>
              <a:buSzPts val="3000"/>
              <a:buFont typeface="Arial"/>
              <a:buNone/>
            </a:pPr>
            <a:r>
              <a:rPr b="1" lang="en-US" sz="2500">
                <a:solidFill>
                  <a:schemeClr val="dk1"/>
                </a:solidFill>
                <a:latin typeface="Calibri"/>
                <a:ea typeface="Calibri"/>
                <a:cs typeface="Calibri"/>
                <a:sym typeface="Calibri"/>
              </a:rPr>
              <a:t>Newspaper labels: </a:t>
            </a:r>
            <a:r>
              <a:rPr lang="en-US" sz="2500">
                <a:solidFill>
                  <a:schemeClr val="dk1"/>
                </a:solidFill>
                <a:latin typeface="Calibri"/>
                <a:ea typeface="Calibri"/>
                <a:cs typeface="Calibri"/>
                <a:sym typeface="Calibri"/>
              </a:rPr>
              <a:t>direction (improve/worsen/no change), topic(business, prices, market, employment, other), voice(official, journalist, layperson, expert), hedged(quoted forecaster, named speaker measuring publisher’s confidence)                                                                   </a:t>
            </a:r>
            <a:r>
              <a:rPr b="1" lang="en-US" sz="2500">
                <a:solidFill>
                  <a:schemeClr val="dk1"/>
                </a:solidFill>
                <a:latin typeface="Calibri"/>
                <a:ea typeface="Calibri"/>
                <a:cs typeface="Calibri"/>
                <a:sym typeface="Calibri"/>
              </a:rPr>
              <a:t>Economy labels: </a:t>
            </a:r>
            <a:r>
              <a:rPr lang="en-US" sz="2500">
                <a:solidFill>
                  <a:schemeClr val="dk1"/>
                </a:solidFill>
                <a:latin typeface="Calibri"/>
                <a:ea typeface="Calibri"/>
                <a:cs typeface="Calibri"/>
                <a:sym typeface="Calibri"/>
              </a:rPr>
              <a:t>industrial production (6m, 12m, acceleration), CPI year over year, unemployment level (6m), stocks (6m return, 6m volatility) </a:t>
            </a:r>
            <a:endParaRPr sz="2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500">
                <a:solidFill>
                  <a:schemeClr val="dk1"/>
                </a:solidFill>
                <a:latin typeface="Calibri"/>
                <a:ea typeface="Calibri"/>
                <a:cs typeface="Calibri"/>
                <a:sym typeface="Calibri"/>
              </a:rPr>
              <a:t>Economy x Direction Labels: </a:t>
            </a:r>
            <a:r>
              <a:rPr lang="en-US" sz="2500">
                <a:solidFill>
                  <a:schemeClr val="dk1"/>
                </a:solidFill>
                <a:latin typeface="Calibri"/>
                <a:ea typeface="Calibri"/>
                <a:cs typeface="Calibri"/>
                <a:sym typeface="Calibri"/>
              </a:rPr>
              <a:t>+1 (Improve) or 0 (unclear) or -1 (worsen) * macro terms (Stock market, 6m return; stock market vs. it’s 2 year peak; economic policy uncertainty; output acceleration (6m -12m)</a:t>
            </a:r>
            <a:endParaRPr sz="2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500">
                <a:solidFill>
                  <a:schemeClr val="dk1"/>
                </a:solidFill>
                <a:latin typeface="Calibri"/>
                <a:ea typeface="Calibri"/>
                <a:cs typeface="Calibri"/>
                <a:sym typeface="Calibri"/>
              </a:rPr>
              <a:t>published when the forecast went to print.</a:t>
            </a:r>
            <a:endParaRPr sz="2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*Industrial Production, CPI and unemployment were lagged 2 months, to prevent leakage.</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500">
              <a:solidFill>
                <a:schemeClr val="dk1"/>
              </a:solidFill>
              <a:latin typeface="Calibri"/>
              <a:ea typeface="Calibri"/>
              <a:cs typeface="Calibri"/>
              <a:sym typeface="Calibri"/>
            </a:endParaRPr>
          </a:p>
        </p:txBody>
      </p:sp>
      <p:sp>
        <p:nvSpPr>
          <p:cNvPr id="116" name="Google Shape;116;p13"/>
          <p:cNvSpPr txBox="1"/>
          <p:nvPr/>
        </p:nvSpPr>
        <p:spPr>
          <a:xfrm>
            <a:off x="9455200" y="13731588"/>
            <a:ext cx="40236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4500" u="sng">
                <a:solidFill>
                  <a:schemeClr val="dk1"/>
                </a:solidFill>
                <a:latin typeface="Calibri"/>
                <a:ea typeface="Calibri"/>
                <a:cs typeface="Calibri"/>
                <a:sym typeface="Calibri"/>
              </a:rPr>
              <a:t>Forecast Model</a:t>
            </a:r>
            <a:endParaRPr b="1" sz="4500" u="sng">
              <a:solidFill>
                <a:schemeClr val="dk1"/>
              </a:solidFill>
              <a:latin typeface="Calibri"/>
              <a:ea typeface="Calibri"/>
              <a:cs typeface="Calibri"/>
              <a:sym typeface="Calibri"/>
            </a:endParaRPr>
          </a:p>
        </p:txBody>
      </p:sp>
      <p:sp>
        <p:nvSpPr>
          <p:cNvPr id="117" name="Google Shape;117;p13"/>
          <p:cNvSpPr txBox="1"/>
          <p:nvPr/>
        </p:nvSpPr>
        <p:spPr>
          <a:xfrm>
            <a:off x="997425" y="34521157"/>
            <a:ext cx="76509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3500"/>
              <a:buFont typeface="Arial"/>
              <a:buNone/>
            </a:pPr>
            <a:r>
              <a:rPr b="1" lang="en-US" sz="3500" u="sng">
                <a:solidFill>
                  <a:schemeClr val="dk1"/>
                </a:solidFill>
                <a:latin typeface="Calibri"/>
                <a:ea typeface="Calibri"/>
                <a:cs typeface="Calibri"/>
                <a:sym typeface="Calibri"/>
              </a:rPr>
              <a:t>2nd </a:t>
            </a:r>
            <a:r>
              <a:rPr b="1" lang="en-US" sz="3500" u="sng">
                <a:solidFill>
                  <a:schemeClr val="dk1"/>
                </a:solidFill>
                <a:latin typeface="Calibri"/>
                <a:ea typeface="Calibri"/>
                <a:cs typeface="Calibri"/>
                <a:sym typeface="Calibri"/>
              </a:rPr>
              <a:t>Model (predicting recessions)</a:t>
            </a:r>
            <a:endParaRPr sz="13200">
              <a:solidFill>
                <a:schemeClr val="dk1"/>
              </a:solidFill>
              <a:latin typeface="Calibri"/>
              <a:ea typeface="Calibri"/>
              <a:cs typeface="Calibri"/>
              <a:sym typeface="Calibri"/>
            </a:endParaRPr>
          </a:p>
        </p:txBody>
      </p:sp>
      <p:pic>
        <p:nvPicPr>
          <p:cNvPr id="118" name="Google Shape;118;p13" title="conditional_mapping.png"/>
          <p:cNvPicPr preferRelativeResize="0"/>
          <p:nvPr/>
        </p:nvPicPr>
        <p:blipFill rotWithShape="1">
          <a:blip r:embed="rId6">
            <a:alphaModFix/>
          </a:blip>
          <a:srcRect b="0" l="0" r="0" t="3335"/>
          <a:stretch/>
        </p:blipFill>
        <p:spPr>
          <a:xfrm>
            <a:off x="9509856" y="35093025"/>
            <a:ext cx="6789000" cy="5671712"/>
          </a:xfrm>
          <a:prstGeom prst="rect">
            <a:avLst/>
          </a:prstGeom>
          <a:noFill/>
          <a:ln>
            <a:noFill/>
          </a:ln>
        </p:spPr>
      </p:pic>
      <p:sp>
        <p:nvSpPr>
          <p:cNvPr id="119" name="Google Shape;119;p13"/>
          <p:cNvSpPr txBox="1"/>
          <p:nvPr/>
        </p:nvSpPr>
        <p:spPr>
          <a:xfrm>
            <a:off x="997425" y="35174626"/>
            <a:ext cx="7650900" cy="826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chemeClr val="dk1"/>
                </a:solidFill>
                <a:latin typeface="Calibri"/>
                <a:ea typeface="Calibri"/>
                <a:cs typeface="Calibri"/>
                <a:sym typeface="Calibri"/>
              </a:rPr>
              <a:t>Predicted whether a recession would occur in the next 12 months.</a:t>
            </a:r>
            <a:endParaRPr b="1" sz="2500">
              <a:solidFill>
                <a:schemeClr val="dk1"/>
              </a:solidFill>
              <a:latin typeface="Calibri"/>
              <a:ea typeface="Calibri"/>
              <a:cs typeface="Calibri"/>
              <a:sym typeface="Calibri"/>
            </a:endParaRPr>
          </a:p>
          <a:p>
            <a:pPr indent="0" lvl="0" marL="0" rtl="0" algn="l">
              <a:spcBef>
                <a:spcPts val="0"/>
              </a:spcBef>
              <a:spcAft>
                <a:spcPts val="0"/>
              </a:spcAft>
              <a:buNone/>
            </a:pPr>
            <a:r>
              <a:rPr lang="en-US" sz="2500" u="sng">
                <a:solidFill>
                  <a:schemeClr val="dk1"/>
                </a:solidFill>
                <a:latin typeface="Calibri"/>
                <a:ea typeface="Calibri"/>
                <a:cs typeface="Calibri"/>
                <a:sym typeface="Calibri"/>
              </a:rPr>
              <a:t>Used a Logistic Regression with L2 regularization and C = 1. For each feature, we looked at any directional claim (not region locked)</a:t>
            </a:r>
            <a:endParaRPr sz="2500" u="sng">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Uses 5 distinct features. </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Each feature was calculated by taking the average over the last 12 months (EX: Net direction over last 12 months) and subtract the average of the 12 months before that.</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b="1" lang="en-US" sz="2500">
                <a:solidFill>
                  <a:schemeClr val="dk1"/>
                </a:solidFill>
                <a:latin typeface="Calibri"/>
                <a:ea typeface="Calibri"/>
                <a:cs typeface="Calibri"/>
                <a:sym typeface="Calibri"/>
              </a:rPr>
              <a:t>Net Direction: </a:t>
            </a:r>
            <a:r>
              <a:rPr lang="en-US" sz="2500">
                <a:solidFill>
                  <a:schemeClr val="dk1"/>
                </a:solidFill>
                <a:latin typeface="Calibri"/>
                <a:ea typeface="Calibri"/>
                <a:cs typeface="Calibri"/>
                <a:sym typeface="Calibri"/>
              </a:rPr>
              <a:t>(# that said improve - # that said worsen)/# of directional claims</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b="1" lang="en-US" sz="2500">
                <a:solidFill>
                  <a:schemeClr val="dk1"/>
                </a:solidFill>
                <a:latin typeface="Calibri"/>
                <a:ea typeface="Calibri"/>
                <a:cs typeface="Calibri"/>
                <a:sym typeface="Calibri"/>
              </a:rPr>
              <a:t>Disagreement: </a:t>
            </a:r>
            <a:r>
              <a:rPr lang="en-US" sz="2500">
                <a:solidFill>
                  <a:schemeClr val="dk1"/>
                </a:solidFill>
                <a:latin typeface="Calibri"/>
                <a:ea typeface="Calibri"/>
                <a:cs typeface="Calibri"/>
                <a:sym typeface="Calibri"/>
              </a:rPr>
              <a:t>1-|Net direction|</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b="1" lang="en-US" sz="2500">
                <a:solidFill>
                  <a:schemeClr val="dk1"/>
                </a:solidFill>
                <a:latin typeface="Calibri"/>
                <a:ea typeface="Calibri"/>
                <a:cs typeface="Calibri"/>
                <a:sym typeface="Calibri"/>
              </a:rPr>
              <a:t>hedge_rate: </a:t>
            </a:r>
            <a:r>
              <a:rPr lang="en-US" sz="2500">
                <a:solidFill>
                  <a:schemeClr val="dk1"/>
                </a:solidFill>
                <a:latin typeface="Calibri"/>
                <a:ea typeface="Calibri"/>
                <a:cs typeface="Calibri"/>
                <a:sym typeface="Calibri"/>
              </a:rPr>
              <a:t># of hedged claims/all claims</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b="1" lang="en-US" sz="2500">
                <a:solidFill>
                  <a:schemeClr val="dk1"/>
                </a:solidFill>
                <a:latin typeface="Calibri"/>
                <a:ea typeface="Calibri"/>
                <a:cs typeface="Calibri"/>
                <a:sym typeface="Calibri"/>
              </a:rPr>
              <a:t>expert rate: </a:t>
            </a:r>
            <a:r>
              <a:rPr lang="en-US" sz="2500">
                <a:solidFill>
                  <a:schemeClr val="dk1"/>
                </a:solidFill>
                <a:latin typeface="Calibri"/>
                <a:ea typeface="Calibri"/>
                <a:cs typeface="Calibri"/>
                <a:sym typeface="Calibri"/>
              </a:rPr>
              <a:t># of claims by experts/all claims</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b="1" lang="en-US" sz="2500">
                <a:solidFill>
                  <a:schemeClr val="dk1"/>
                </a:solidFill>
                <a:latin typeface="Calibri"/>
                <a:ea typeface="Calibri"/>
                <a:cs typeface="Calibri"/>
                <a:sym typeface="Calibri"/>
              </a:rPr>
              <a:t>attention:</a:t>
            </a:r>
            <a:r>
              <a:rPr lang="en-US" sz="2500">
                <a:solidFill>
                  <a:schemeClr val="dk1"/>
                </a:solidFill>
                <a:latin typeface="Calibri"/>
                <a:ea typeface="Calibri"/>
                <a:cs typeface="Calibri"/>
                <a:sym typeface="Calibri"/>
              </a:rPr>
              <a:t> forecasts/pages sampled</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b="1" lang="en-US" sz="2500" u="sng">
                <a:solidFill>
                  <a:schemeClr val="dk1"/>
                </a:solidFill>
                <a:latin typeface="Calibri"/>
                <a:ea typeface="Calibri"/>
                <a:cs typeface="Calibri"/>
                <a:sym typeface="Calibri"/>
              </a:rPr>
              <a:t>Tested it two different ways: </a:t>
            </a:r>
            <a:endParaRPr b="1" sz="2500" u="sng">
              <a:solidFill>
                <a:schemeClr val="dk1"/>
              </a:solidFill>
              <a:latin typeface="Calibri"/>
              <a:ea typeface="Calibri"/>
              <a:cs typeface="Calibri"/>
              <a:sym typeface="Calibri"/>
            </a:endParaRPr>
          </a:p>
          <a:p>
            <a:pPr indent="-387350" lvl="0" marL="457200" rtl="0" algn="l">
              <a:spcBef>
                <a:spcPts val="0"/>
              </a:spcBef>
              <a:spcAft>
                <a:spcPts val="0"/>
              </a:spcAft>
              <a:buClr>
                <a:schemeClr val="dk1"/>
              </a:buClr>
              <a:buSzPts val="2500"/>
              <a:buFont typeface="Calibri"/>
              <a:buAutoNum type="arabicPeriod"/>
            </a:pPr>
            <a:r>
              <a:rPr lang="en-US" sz="2500">
                <a:solidFill>
                  <a:schemeClr val="dk1"/>
                </a:solidFill>
                <a:latin typeface="Calibri"/>
                <a:ea typeface="Calibri"/>
                <a:cs typeface="Calibri"/>
                <a:sym typeface="Calibri"/>
              </a:rPr>
              <a:t>We trained the model on every decade but one and tested it over that decade</a:t>
            </a:r>
            <a:endParaRPr sz="2500">
              <a:solidFill>
                <a:schemeClr val="dk1"/>
              </a:solidFill>
              <a:latin typeface="Calibri"/>
              <a:ea typeface="Calibri"/>
              <a:cs typeface="Calibri"/>
              <a:sym typeface="Calibri"/>
            </a:endParaRPr>
          </a:p>
          <a:p>
            <a:pPr indent="-387350" lvl="0" marL="457200" rtl="0" algn="l">
              <a:spcBef>
                <a:spcPts val="0"/>
              </a:spcBef>
              <a:spcAft>
                <a:spcPts val="0"/>
              </a:spcAft>
              <a:buClr>
                <a:schemeClr val="dk1"/>
              </a:buClr>
              <a:buSzPts val="2500"/>
              <a:buFont typeface="Calibri"/>
              <a:buAutoNum type="arabicPeriod"/>
            </a:pPr>
            <a:r>
              <a:rPr lang="en-US" sz="2500">
                <a:solidFill>
                  <a:schemeClr val="dk1"/>
                </a:solidFill>
                <a:latin typeface="Calibri"/>
                <a:ea typeface="Calibri"/>
                <a:cs typeface="Calibri"/>
                <a:sym typeface="Calibri"/>
              </a:rPr>
              <a:t>We trained it from data from 1900-1930, and then made a forward testing model. The model refits after every year.</a:t>
            </a:r>
            <a:endParaRPr sz="2500">
              <a:solidFill>
                <a:schemeClr val="dk1"/>
              </a:solidFill>
              <a:latin typeface="Calibri"/>
              <a:ea typeface="Calibri"/>
              <a:cs typeface="Calibri"/>
              <a:sym typeface="Calibri"/>
            </a:endParaRPr>
          </a:p>
        </p:txBody>
      </p:sp>
      <p:sp>
        <p:nvSpPr>
          <p:cNvPr id="120" name="Google Shape;120;p13"/>
          <p:cNvSpPr txBox="1"/>
          <p:nvPr/>
        </p:nvSpPr>
        <p:spPr>
          <a:xfrm>
            <a:off x="9594188" y="24985614"/>
            <a:ext cx="6639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pic>
        <p:nvPicPr>
          <p:cNvPr id="121" name="Google Shape;121;p13" title="figF1_topic_accuracy.png"/>
          <p:cNvPicPr preferRelativeResize="0"/>
          <p:nvPr/>
        </p:nvPicPr>
        <p:blipFill rotWithShape="1">
          <a:blip r:embed="rId7">
            <a:alphaModFix/>
          </a:blip>
          <a:srcRect b="-4789" l="-4789" r="-4789" t="-4789"/>
          <a:stretch/>
        </p:blipFill>
        <p:spPr>
          <a:xfrm>
            <a:off x="16404637" y="8767423"/>
            <a:ext cx="6639599" cy="5694328"/>
          </a:xfrm>
          <a:prstGeom prst="rect">
            <a:avLst/>
          </a:prstGeom>
          <a:noFill/>
          <a:ln>
            <a:noFill/>
          </a:ln>
        </p:spPr>
      </p:pic>
      <p:pic>
        <p:nvPicPr>
          <p:cNvPr id="122" name="Google Shape;122;p13" title="figM1_forecast_level.png"/>
          <p:cNvPicPr preferRelativeResize="0"/>
          <p:nvPr/>
        </p:nvPicPr>
        <p:blipFill>
          <a:blip r:embed="rId8">
            <a:alphaModFix/>
          </a:blip>
          <a:stretch>
            <a:fillRect/>
          </a:stretch>
        </p:blipFill>
        <p:spPr>
          <a:xfrm>
            <a:off x="9918657" y="15577920"/>
            <a:ext cx="12801802" cy="5000700"/>
          </a:xfrm>
          <a:prstGeom prst="rect">
            <a:avLst/>
          </a:prstGeom>
          <a:noFill/>
          <a:ln>
            <a:noFill/>
          </a:ln>
        </p:spPr>
      </p:pic>
      <p:sp>
        <p:nvSpPr>
          <p:cNvPr id="123" name="Google Shape;123;p13"/>
          <p:cNvSpPr txBox="1"/>
          <p:nvPr/>
        </p:nvSpPr>
        <p:spPr>
          <a:xfrm>
            <a:off x="9557900" y="26082100"/>
            <a:ext cx="57600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4500" u="sng">
                <a:solidFill>
                  <a:schemeClr val="dk1"/>
                </a:solidFill>
                <a:latin typeface="Calibri"/>
                <a:ea typeface="Calibri"/>
                <a:cs typeface="Calibri"/>
                <a:sym typeface="Calibri"/>
              </a:rPr>
              <a:t>Recession Model</a:t>
            </a:r>
            <a:endParaRPr sz="13200">
              <a:solidFill>
                <a:schemeClr val="dk1"/>
              </a:solidFill>
              <a:latin typeface="Calibri"/>
              <a:ea typeface="Calibri"/>
              <a:cs typeface="Calibri"/>
              <a:sym typeface="Calibri"/>
            </a:endParaRPr>
          </a:p>
        </p:txBody>
      </p:sp>
      <p:sp>
        <p:nvSpPr>
          <p:cNvPr id="124" name="Google Shape;124;p13"/>
          <p:cNvSpPr txBox="1"/>
          <p:nvPr/>
        </p:nvSpPr>
        <p:spPr>
          <a:xfrm>
            <a:off x="9654875" y="27018925"/>
            <a:ext cx="13527600" cy="5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100">
                <a:solidFill>
                  <a:schemeClr val="dk1"/>
                </a:solidFill>
                <a:latin typeface="Calibri"/>
                <a:ea typeface="Calibri"/>
                <a:cs typeface="Calibri"/>
                <a:sym typeface="Calibri"/>
              </a:rPr>
              <a:t>Forward testing model, starting from 1930. Gray bars represent NBER recessions.</a:t>
            </a:r>
            <a:endParaRPr b="1" sz="3100">
              <a:solidFill>
                <a:schemeClr val="dk1"/>
              </a:solidFill>
              <a:latin typeface="Calibri"/>
              <a:ea typeface="Calibri"/>
              <a:cs typeface="Calibri"/>
              <a:sym typeface="Calibri"/>
            </a:endParaRPr>
          </a:p>
        </p:txBody>
      </p:sp>
      <p:sp>
        <p:nvSpPr>
          <p:cNvPr id="125" name="Google Shape;125;p13"/>
          <p:cNvSpPr txBox="1"/>
          <p:nvPr/>
        </p:nvSpPr>
        <p:spPr>
          <a:xfrm>
            <a:off x="9455205" y="20516000"/>
            <a:ext cx="74067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100">
                <a:solidFill>
                  <a:schemeClr val="dk1"/>
                </a:solidFill>
                <a:latin typeface="Calibri"/>
                <a:ea typeface="Calibri"/>
                <a:cs typeface="Calibri"/>
                <a:sym typeface="Calibri"/>
              </a:rPr>
              <a:t>AUC of the model, compared with alternatives.</a:t>
            </a:r>
            <a:endParaRPr b="1" sz="3100">
              <a:solidFill>
                <a:schemeClr val="dk1"/>
              </a:solidFill>
              <a:latin typeface="Calibri"/>
              <a:ea typeface="Calibri"/>
              <a:cs typeface="Calibri"/>
              <a:sym typeface="Calibri"/>
            </a:endParaRPr>
          </a:p>
        </p:txBody>
      </p:sp>
      <p:sp>
        <p:nvSpPr>
          <p:cNvPr id="126" name="Google Shape;126;p13"/>
          <p:cNvSpPr txBox="1"/>
          <p:nvPr/>
        </p:nvSpPr>
        <p:spPr>
          <a:xfrm>
            <a:off x="17056725" y="39741175"/>
            <a:ext cx="4312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127" name="Google Shape;127;p13"/>
          <p:cNvSpPr txBox="1"/>
          <p:nvPr/>
        </p:nvSpPr>
        <p:spPr>
          <a:xfrm>
            <a:off x="10323550" y="40966850"/>
            <a:ext cx="4913400" cy="379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00">
                <a:solidFill>
                  <a:schemeClr val="dk1"/>
                </a:solidFill>
                <a:latin typeface="Calibri"/>
                <a:ea typeface="Calibri"/>
                <a:cs typeface="Calibri"/>
                <a:sym typeface="Calibri"/>
              </a:rPr>
              <a:t>Graph showing positive correlation between amount of coverage and predicted probability of recession.</a:t>
            </a:r>
            <a:endParaRPr sz="3000">
              <a:solidFill>
                <a:schemeClr val="dk1"/>
              </a:solidFill>
              <a:latin typeface="Calibri"/>
              <a:ea typeface="Calibri"/>
              <a:cs typeface="Calibri"/>
              <a:sym typeface="Calibri"/>
            </a:endParaRPr>
          </a:p>
        </p:txBody>
      </p:sp>
      <p:pic>
        <p:nvPicPr>
          <p:cNvPr id="128" name="Google Shape;128;p13" title="fig_recession_auc_by_period.png"/>
          <p:cNvPicPr preferRelativeResize="0"/>
          <p:nvPr/>
        </p:nvPicPr>
        <p:blipFill>
          <a:blip r:embed="rId9">
            <a:alphaModFix/>
          </a:blip>
          <a:stretch>
            <a:fillRect/>
          </a:stretch>
        </p:blipFill>
        <p:spPr>
          <a:xfrm>
            <a:off x="16233413" y="34726376"/>
            <a:ext cx="6982025" cy="5978499"/>
          </a:xfrm>
          <a:prstGeom prst="rect">
            <a:avLst/>
          </a:prstGeom>
          <a:noFill/>
          <a:ln>
            <a:noFill/>
          </a:ln>
        </p:spPr>
      </p:pic>
      <p:sp>
        <p:nvSpPr>
          <p:cNvPr id="129" name="Google Shape;129;p13"/>
          <p:cNvSpPr txBox="1"/>
          <p:nvPr/>
        </p:nvSpPr>
        <p:spPr>
          <a:xfrm>
            <a:off x="16093988" y="33448888"/>
            <a:ext cx="76509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100">
                <a:solidFill>
                  <a:schemeClr val="dk1"/>
                </a:solidFill>
                <a:latin typeface="Calibri"/>
                <a:ea typeface="Calibri"/>
                <a:cs typeface="Calibri"/>
                <a:sym typeface="Calibri"/>
              </a:rPr>
              <a:t>For the per decade model, the model had an AUC above 50% for 4/7 decades</a:t>
            </a:r>
            <a:endParaRPr b="1" sz="3100">
              <a:solidFill>
                <a:schemeClr val="dk1"/>
              </a:solidFill>
              <a:latin typeface="Calibri"/>
              <a:ea typeface="Calibri"/>
              <a:cs typeface="Calibri"/>
              <a:sym typeface="Calibri"/>
            </a:endParaRPr>
          </a:p>
        </p:txBody>
      </p:sp>
      <p:sp>
        <p:nvSpPr>
          <p:cNvPr id="130" name="Google Shape;130;p13"/>
          <p:cNvSpPr txBox="1"/>
          <p:nvPr/>
        </p:nvSpPr>
        <p:spPr>
          <a:xfrm>
            <a:off x="17046475" y="40694750"/>
            <a:ext cx="5904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131" name="Google Shape;131;p13"/>
          <p:cNvSpPr txBox="1"/>
          <p:nvPr/>
        </p:nvSpPr>
        <p:spPr>
          <a:xfrm>
            <a:off x="16758600" y="40700850"/>
            <a:ext cx="64677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solidFill>
                  <a:schemeClr val="dk1"/>
                </a:solidFill>
                <a:latin typeface="Calibri"/>
                <a:ea typeface="Calibri"/>
                <a:cs typeface="Calibri"/>
                <a:sym typeface="Calibri"/>
              </a:rPr>
              <a:t>We split this model by decade. Because there was only one recession </a:t>
            </a:r>
            <a:r>
              <a:rPr lang="en-US" sz="3000">
                <a:solidFill>
                  <a:schemeClr val="dk1"/>
                </a:solidFill>
                <a:latin typeface="Calibri"/>
                <a:ea typeface="Calibri"/>
                <a:cs typeface="Calibri"/>
                <a:sym typeface="Calibri"/>
              </a:rPr>
              <a:t>between</a:t>
            </a:r>
            <a:r>
              <a:rPr lang="en-US" sz="3000">
                <a:solidFill>
                  <a:schemeClr val="dk1"/>
                </a:solidFill>
                <a:latin typeface="Calibri"/>
                <a:ea typeface="Calibri"/>
                <a:cs typeface="Calibri"/>
                <a:sym typeface="Calibri"/>
              </a:rPr>
              <a:t> 1960-1963, and it happened in April, so the AUC score from 1960-1963 was only graded based on three months.</a:t>
            </a:r>
            <a:endParaRPr sz="3000">
              <a:solidFill>
                <a:schemeClr val="dk1"/>
              </a:solidFill>
              <a:latin typeface="Calibri"/>
              <a:ea typeface="Calibri"/>
              <a:cs typeface="Calibri"/>
              <a:sym typeface="Calibri"/>
            </a:endParaRPr>
          </a:p>
        </p:txBody>
      </p:sp>
      <p:sp>
        <p:nvSpPr>
          <p:cNvPr id="132" name="Google Shape;132;p13"/>
          <p:cNvSpPr txBox="1"/>
          <p:nvPr/>
        </p:nvSpPr>
        <p:spPr>
          <a:xfrm>
            <a:off x="961839" y="33348857"/>
            <a:ext cx="7406700" cy="1339200"/>
          </a:xfrm>
          <a:prstGeom prst="rect">
            <a:avLst/>
          </a:prstGeom>
          <a:noFill/>
          <a:ln>
            <a:noFill/>
          </a:ln>
        </p:spPr>
        <p:txBody>
          <a:bodyPr anchorCtr="0" anchor="t" bIns="91425" lIns="91425" spcFirstLastPara="1" rIns="91425" wrap="square" tIns="91425">
            <a:spAutoFit/>
          </a:bodyPr>
          <a:lstStyle/>
          <a:p>
            <a:pPr indent="0" lvl="0" marL="0" rtl="0" algn="l">
              <a:spcBef>
                <a:spcPts val="500"/>
              </a:spcBef>
              <a:spcAft>
                <a:spcPts val="0"/>
              </a:spcAft>
              <a:buClr>
                <a:schemeClr val="dk1"/>
              </a:buClr>
              <a:buSzPts val="1100"/>
              <a:buFont typeface="Arial"/>
              <a:buNone/>
            </a:pPr>
            <a:r>
              <a:rPr lang="en-US" sz="2500">
                <a:solidFill>
                  <a:schemeClr val="dk1"/>
                </a:solidFill>
                <a:latin typeface="Calibri"/>
                <a:ea typeface="Calibri"/>
                <a:cs typeface="Calibri"/>
                <a:sym typeface="Calibri"/>
              </a:rPr>
              <a:t>We then compared the model to a Gradient Boosted Classifier, to see if linearity was the best option for classifying newspaper claims.</a:t>
            </a:r>
            <a:endParaRPr sz="13200">
              <a:solidFill>
                <a:schemeClr val="dk1"/>
              </a:solidFill>
              <a:latin typeface="Calibri"/>
              <a:ea typeface="Calibri"/>
              <a:cs typeface="Calibri"/>
              <a:sym typeface="Calibri"/>
            </a:endParaRPr>
          </a:p>
        </p:txBody>
      </p:sp>
      <p:pic>
        <p:nvPicPr>
          <p:cNvPr id="133" name="Google Shape;133;p13" title="https_github_com_wangvincentx-cmd_datascience-rise-practicum.png"/>
          <p:cNvPicPr preferRelativeResize="0"/>
          <p:nvPr/>
        </p:nvPicPr>
        <p:blipFill>
          <a:blip r:embed="rId10">
            <a:alphaModFix/>
          </a:blip>
          <a:stretch>
            <a:fillRect/>
          </a:stretch>
        </p:blipFill>
        <p:spPr>
          <a:xfrm>
            <a:off x="24560125" y="36476129"/>
            <a:ext cx="3099827" cy="3240801"/>
          </a:xfrm>
          <a:prstGeom prst="rect">
            <a:avLst/>
          </a:prstGeom>
          <a:noFill/>
          <a:ln>
            <a:noFill/>
          </a:ln>
        </p:spPr>
      </p:pic>
      <p:sp>
        <p:nvSpPr>
          <p:cNvPr id="134" name="Google Shape;134;p13"/>
          <p:cNvSpPr txBox="1"/>
          <p:nvPr/>
        </p:nvSpPr>
        <p:spPr>
          <a:xfrm>
            <a:off x="9947113" y="34229100"/>
            <a:ext cx="5312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100">
                <a:solidFill>
                  <a:schemeClr val="dk1"/>
                </a:solidFill>
                <a:latin typeface="Calibri"/>
                <a:ea typeface="Calibri"/>
                <a:cs typeface="Calibri"/>
                <a:sym typeface="Calibri"/>
              </a:rPr>
              <a:t>Higher predicted economic risk</a:t>
            </a:r>
            <a:endParaRPr b="1" sz="3100">
              <a:solidFill>
                <a:schemeClr val="dk1"/>
              </a:solidFill>
              <a:latin typeface="Calibri"/>
              <a:ea typeface="Calibri"/>
              <a:cs typeface="Calibri"/>
              <a:sym typeface="Calibri"/>
            </a:endParaRPr>
          </a:p>
        </p:txBody>
      </p:sp>
      <p:sp>
        <p:nvSpPr>
          <p:cNvPr id="135" name="Google Shape;135;p13"/>
          <p:cNvSpPr txBox="1"/>
          <p:nvPr/>
        </p:nvSpPr>
        <p:spPr>
          <a:xfrm>
            <a:off x="9557900" y="6724275"/>
            <a:ext cx="24489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4500" u="sng">
                <a:solidFill>
                  <a:schemeClr val="dk1"/>
                </a:solidFill>
                <a:latin typeface="Calibri"/>
                <a:ea typeface="Calibri"/>
                <a:cs typeface="Calibri"/>
                <a:sym typeface="Calibri"/>
              </a:rPr>
              <a:t>Analysis</a:t>
            </a:r>
            <a:endParaRPr b="1" sz="4500" u="sng">
              <a:solidFill>
                <a:schemeClr val="dk1"/>
              </a:solidFill>
              <a:latin typeface="Calibri"/>
              <a:ea typeface="Calibri"/>
              <a:cs typeface="Calibri"/>
              <a:sym typeface="Calibri"/>
            </a:endParaRPr>
          </a:p>
        </p:txBody>
      </p:sp>
      <p:sp>
        <p:nvSpPr>
          <p:cNvPr id="136" name="Google Shape;136;p13"/>
          <p:cNvSpPr txBox="1"/>
          <p:nvPr/>
        </p:nvSpPr>
        <p:spPr>
          <a:xfrm>
            <a:off x="9594200" y="7735238"/>
            <a:ext cx="79389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100">
                <a:solidFill>
                  <a:schemeClr val="dk1"/>
                </a:solidFill>
                <a:latin typeface="Calibri"/>
                <a:ea typeface="Calibri"/>
                <a:cs typeface="Calibri"/>
                <a:sym typeface="Calibri"/>
              </a:rPr>
              <a:t>Downturns do not affect forecaster </a:t>
            </a:r>
            <a:endParaRPr b="1" sz="3100">
              <a:solidFill>
                <a:schemeClr val="dk1"/>
              </a:solidFill>
              <a:latin typeface="Calibri"/>
              <a:ea typeface="Calibri"/>
              <a:cs typeface="Calibri"/>
              <a:sym typeface="Calibri"/>
            </a:endParaRPr>
          </a:p>
          <a:p>
            <a:pPr indent="0" lvl="0" marL="0" rtl="0" algn="l">
              <a:spcBef>
                <a:spcPts val="0"/>
              </a:spcBef>
              <a:spcAft>
                <a:spcPts val="0"/>
              </a:spcAft>
              <a:buNone/>
            </a:pPr>
            <a:r>
              <a:rPr b="1" lang="en-US" sz="3100">
                <a:solidFill>
                  <a:schemeClr val="dk1"/>
                </a:solidFill>
                <a:latin typeface="Calibri"/>
                <a:ea typeface="Calibri"/>
                <a:cs typeface="Calibri"/>
                <a:sym typeface="Calibri"/>
              </a:rPr>
              <a:t>optimism</a:t>
            </a:r>
            <a:endParaRPr b="1" sz="3100">
              <a:solidFill>
                <a:schemeClr val="dk1"/>
              </a:solidFill>
              <a:latin typeface="Calibri"/>
              <a:ea typeface="Calibri"/>
              <a:cs typeface="Calibri"/>
              <a:sym typeface="Calibri"/>
            </a:endParaRPr>
          </a:p>
        </p:txBody>
      </p:sp>
      <p:sp>
        <p:nvSpPr>
          <p:cNvPr id="137" name="Google Shape;137;p13"/>
          <p:cNvSpPr txBox="1"/>
          <p:nvPr/>
        </p:nvSpPr>
        <p:spPr>
          <a:xfrm>
            <a:off x="16814600" y="7606575"/>
            <a:ext cx="62097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100">
                <a:solidFill>
                  <a:schemeClr val="dk1"/>
                </a:solidFill>
                <a:latin typeface="Calibri"/>
                <a:ea typeface="Calibri"/>
                <a:cs typeface="Calibri"/>
                <a:sym typeface="Calibri"/>
              </a:rPr>
              <a:t>Only predictions about the general economy had a hit rate above 50%</a:t>
            </a:r>
            <a:endParaRPr b="1" sz="3100">
              <a:solidFill>
                <a:schemeClr val="dk1"/>
              </a:solidFill>
              <a:latin typeface="Calibri"/>
              <a:ea typeface="Calibri"/>
              <a:cs typeface="Calibri"/>
              <a:sym typeface="Calibri"/>
            </a:endParaRPr>
          </a:p>
        </p:txBody>
      </p:sp>
      <p:pic>
        <p:nvPicPr>
          <p:cNvPr descr="File:Black Downwards Arrow.png - Wikimedia Commons" id="138" name="Google Shape;138;p13"/>
          <p:cNvPicPr preferRelativeResize="0"/>
          <p:nvPr/>
        </p:nvPicPr>
        <p:blipFill>
          <a:blip r:embed="rId11">
            <a:alphaModFix/>
          </a:blip>
          <a:stretch>
            <a:fillRect/>
          </a:stretch>
        </p:blipFill>
        <p:spPr>
          <a:xfrm>
            <a:off x="11778275" y="33850827"/>
            <a:ext cx="228557" cy="523200"/>
          </a:xfrm>
          <a:prstGeom prst="rect">
            <a:avLst/>
          </a:prstGeom>
          <a:noFill/>
          <a:ln>
            <a:noFill/>
          </a:ln>
        </p:spPr>
      </p:pic>
      <p:pic>
        <p:nvPicPr>
          <p:cNvPr id="139" name="Google Shape;139;p13" title="figA1_mechanism_bars.png"/>
          <p:cNvPicPr preferRelativeResize="0"/>
          <p:nvPr/>
        </p:nvPicPr>
        <p:blipFill rotWithShape="1">
          <a:blip r:embed="rId12">
            <a:alphaModFix/>
          </a:blip>
          <a:srcRect b="2620" l="0" r="0" t="-2620"/>
          <a:stretch/>
        </p:blipFill>
        <p:spPr>
          <a:xfrm>
            <a:off x="9809150" y="8835005"/>
            <a:ext cx="6209701" cy="4715747"/>
          </a:xfrm>
          <a:prstGeom prst="rect">
            <a:avLst/>
          </a:prstGeom>
          <a:noFill/>
          <a:ln>
            <a:noFill/>
          </a:ln>
        </p:spPr>
      </p:pic>
      <p:pic>
        <p:nvPicPr>
          <p:cNvPr id="140" name="Google Shape;140;p13" title="recession_model_orange.png"/>
          <p:cNvPicPr preferRelativeResize="0"/>
          <p:nvPr/>
        </p:nvPicPr>
        <p:blipFill>
          <a:blip r:embed="rId13">
            <a:alphaModFix/>
          </a:blip>
          <a:stretch>
            <a:fillRect/>
          </a:stretch>
        </p:blipFill>
        <p:spPr>
          <a:xfrm>
            <a:off x="9654875" y="27648350"/>
            <a:ext cx="13400075" cy="5694325"/>
          </a:xfrm>
          <a:prstGeom prst="rect">
            <a:avLst/>
          </a:prstGeom>
          <a:noFill/>
          <a:ln>
            <a:noFill/>
          </a:ln>
        </p:spPr>
      </p:pic>
      <p:pic>
        <p:nvPicPr>
          <p:cNvPr id="141" name="Google Shape;141;p13" title="figQ2_ladder_l1.png"/>
          <p:cNvPicPr preferRelativeResize="0"/>
          <p:nvPr/>
        </p:nvPicPr>
        <p:blipFill>
          <a:blip r:embed="rId14">
            <a:alphaModFix/>
          </a:blip>
          <a:stretch>
            <a:fillRect/>
          </a:stretch>
        </p:blipFill>
        <p:spPr>
          <a:xfrm>
            <a:off x="9455200" y="21547755"/>
            <a:ext cx="7223701" cy="4306070"/>
          </a:xfrm>
          <a:prstGeom prst="rect">
            <a:avLst/>
          </a:prstGeom>
          <a:noFill/>
          <a:ln>
            <a:noFill/>
          </a:ln>
        </p:spPr>
      </p:pic>
      <p:pic>
        <p:nvPicPr>
          <p:cNvPr id="142" name="Google Shape;142;p13" title="figR_feature_importance.png"/>
          <p:cNvPicPr preferRelativeResize="0"/>
          <p:nvPr/>
        </p:nvPicPr>
        <p:blipFill>
          <a:blip r:embed="rId15">
            <a:alphaModFix/>
          </a:blip>
          <a:stretch>
            <a:fillRect/>
          </a:stretch>
        </p:blipFill>
        <p:spPr>
          <a:xfrm>
            <a:off x="16892350" y="21477513"/>
            <a:ext cx="6162373" cy="4446537"/>
          </a:xfrm>
          <a:prstGeom prst="rect">
            <a:avLst/>
          </a:prstGeom>
          <a:noFill/>
          <a:ln>
            <a:noFill/>
          </a:ln>
        </p:spPr>
      </p:pic>
      <p:sp>
        <p:nvSpPr>
          <p:cNvPr id="143" name="Google Shape;143;p13"/>
          <p:cNvSpPr txBox="1"/>
          <p:nvPr/>
        </p:nvSpPr>
        <p:spPr>
          <a:xfrm>
            <a:off x="17135300" y="20393888"/>
            <a:ext cx="59982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100">
                <a:solidFill>
                  <a:schemeClr val="dk1"/>
                </a:solidFill>
                <a:latin typeface="Calibri"/>
                <a:ea typeface="Calibri"/>
                <a:cs typeface="Calibri"/>
                <a:sym typeface="Calibri"/>
              </a:rPr>
              <a:t>Direction x policy uncertainty was by far the most important label</a:t>
            </a:r>
            <a:endParaRPr b="1" sz="3100">
              <a:solidFill>
                <a:schemeClr val="dk1"/>
              </a:solidFill>
              <a:latin typeface="Calibri"/>
              <a:ea typeface="Calibri"/>
              <a:cs typeface="Calibri"/>
              <a:sym typeface="Calibri"/>
            </a:endParaRPr>
          </a:p>
        </p:txBody>
      </p:sp>
      <p:sp>
        <p:nvSpPr>
          <p:cNvPr id="144" name="Google Shape;144;p13"/>
          <p:cNvSpPr txBox="1"/>
          <p:nvPr/>
        </p:nvSpPr>
        <p:spPr>
          <a:xfrm>
            <a:off x="800364" y="24955300"/>
            <a:ext cx="7938900" cy="954300"/>
          </a:xfrm>
          <a:prstGeom prst="rect">
            <a:avLst/>
          </a:prstGeom>
          <a:noFill/>
          <a:ln>
            <a:noFill/>
          </a:ln>
        </p:spPr>
        <p:txBody>
          <a:bodyPr anchorCtr="0" anchor="t" bIns="91425" lIns="91425" spcFirstLastPara="1" rIns="91425" wrap="square" tIns="91425">
            <a:spAutoFit/>
          </a:bodyPr>
          <a:lstStyle/>
          <a:p>
            <a:pPr indent="0" lvl="0" marL="0" rtl="0" algn="l">
              <a:spcBef>
                <a:spcPts val="700"/>
              </a:spcBef>
              <a:spcAft>
                <a:spcPts val="0"/>
              </a:spcAft>
              <a:buNone/>
            </a:pPr>
            <a:r>
              <a:rPr lang="en-US" sz="2500" u="sng">
                <a:solidFill>
                  <a:schemeClr val="dk1"/>
                </a:solidFill>
                <a:latin typeface="Calibri"/>
                <a:ea typeface="Calibri"/>
                <a:cs typeface="Calibri"/>
                <a:sym typeface="Calibri"/>
              </a:rPr>
              <a:t>Used a Logistic Regression with L1 regularization and a Regularization Coefficient of 0.5.</a:t>
            </a:r>
            <a:endParaRPr sz="13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